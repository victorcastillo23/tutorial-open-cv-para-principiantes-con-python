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6"/>
  </p:notesMasterIdLst>
  <p:sldIdLst>
    <p:sldId id="256" r:id="rId2"/>
    <p:sldId id="262" r:id="rId3"/>
    <p:sldId id="265" r:id="rId4"/>
    <p:sldId id="261" r:id="rId5"/>
    <p:sldId id="259" r:id="rId6"/>
    <p:sldId id="298" r:id="rId7"/>
    <p:sldId id="299" r:id="rId8"/>
    <p:sldId id="300" r:id="rId9"/>
    <p:sldId id="274" r:id="rId10"/>
    <p:sldId id="26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277" r:id="rId25"/>
  </p:sldIdLst>
  <p:sldSz cx="9144000" cy="5143500" type="screen16x9"/>
  <p:notesSz cx="6858000" cy="9144000"/>
  <p:embeddedFontLst>
    <p:embeddedFont>
      <p:font typeface="Abadi" panose="020B0604020104020204" pitchFamily="34" charset="0"/>
      <p:regular r:id="rId27"/>
    </p:embeddedFont>
    <p:embeddedFont>
      <p:font typeface="Leelawadee UI" panose="020B0502040204020203" pitchFamily="34" charset="-34"/>
      <p:regular r:id="rId28"/>
      <p:bold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Medium" panose="000006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FEC030-31AB-4788-A4EE-31138F20999E}">
  <a:tblStyle styleId="{EBFEC030-31AB-4788-A4EE-31138F2099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1efcb08b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1efcb08b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1efcb08b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1efcb08b7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66F0D6E1-30A8-F5FE-F651-C81124B6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FA00C4FB-A84F-E915-44D8-EF6CA29CB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8C22C321-43EC-2E48-2B82-1A03165CB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904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14EE6D50-792E-A55B-D87B-B4DB1CF0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D9080C4C-99AA-BD20-206E-A42C41BD62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52D3BCAF-7127-DB9B-64D3-E58429E72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262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01AE7D0C-8700-93A8-2FA2-3EA35FD9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84BB3930-66DF-CD58-0619-115F01240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68222BFC-147C-D33D-FC3E-56633B85F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6118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11efcb08b7f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11efcb08b7f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89C3100C-829F-3049-1C60-5793F5DA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>
            <a:extLst>
              <a:ext uri="{FF2B5EF4-FFF2-40B4-BE49-F238E27FC236}">
                <a16:creationId xmlns:a16="http://schemas.microsoft.com/office/drawing/2014/main" id="{93869862-F2FA-3CDE-A7FE-E94D784B9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>
            <a:extLst>
              <a:ext uri="{FF2B5EF4-FFF2-40B4-BE49-F238E27FC236}">
                <a16:creationId xmlns:a16="http://schemas.microsoft.com/office/drawing/2014/main" id="{7081B0AD-00AA-9830-8BA1-322C3B88B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431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>
          <a:extLst>
            <a:ext uri="{FF2B5EF4-FFF2-40B4-BE49-F238E27FC236}">
              <a16:creationId xmlns:a16="http://schemas.microsoft.com/office/drawing/2014/main" id="{ECF62D21-3B3B-DD3F-1F11-2D2B8DD8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1efcb08b7f_0_49:notes">
            <a:extLst>
              <a:ext uri="{FF2B5EF4-FFF2-40B4-BE49-F238E27FC236}">
                <a16:creationId xmlns:a16="http://schemas.microsoft.com/office/drawing/2014/main" id="{0CBB21E3-78B7-F0C2-06E1-A35DD26B4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1efcb08b7f_0_49:notes">
            <a:extLst>
              <a:ext uri="{FF2B5EF4-FFF2-40B4-BE49-F238E27FC236}">
                <a16:creationId xmlns:a16="http://schemas.microsoft.com/office/drawing/2014/main" id="{BBB2A6B0-8871-59FB-5E4E-7333EE977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105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>
          <a:extLst>
            <a:ext uri="{FF2B5EF4-FFF2-40B4-BE49-F238E27FC236}">
              <a16:creationId xmlns:a16="http://schemas.microsoft.com/office/drawing/2014/main" id="{ECE5F6DB-1CEB-9771-1081-38305768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>
            <a:extLst>
              <a:ext uri="{FF2B5EF4-FFF2-40B4-BE49-F238E27FC236}">
                <a16:creationId xmlns:a16="http://schemas.microsoft.com/office/drawing/2014/main" id="{D3C05AB3-4987-CF20-E419-B4D855C00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>
            <a:extLst>
              <a:ext uri="{FF2B5EF4-FFF2-40B4-BE49-F238E27FC236}">
                <a16:creationId xmlns:a16="http://schemas.microsoft.com/office/drawing/2014/main" id="{BDA0B078-5AEE-C714-E139-7B008CC35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136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F3B3844B-799A-789D-6FAD-DF494C56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>
            <a:extLst>
              <a:ext uri="{FF2B5EF4-FFF2-40B4-BE49-F238E27FC236}">
                <a16:creationId xmlns:a16="http://schemas.microsoft.com/office/drawing/2014/main" id="{1458751D-68A4-9010-E3A0-55F1F62C8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>
            <a:extLst>
              <a:ext uri="{FF2B5EF4-FFF2-40B4-BE49-F238E27FC236}">
                <a16:creationId xmlns:a16="http://schemas.microsoft.com/office/drawing/2014/main" id="{471D694E-F771-72DC-6C6C-987DA1E65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120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6">
          <a:extLst>
            <a:ext uri="{FF2B5EF4-FFF2-40B4-BE49-F238E27FC236}">
              <a16:creationId xmlns:a16="http://schemas.microsoft.com/office/drawing/2014/main" id="{24C2D32D-D632-B040-08DC-89A25AFA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11efcb08b7f_0_97:notes">
            <a:extLst>
              <a:ext uri="{FF2B5EF4-FFF2-40B4-BE49-F238E27FC236}">
                <a16:creationId xmlns:a16="http://schemas.microsoft.com/office/drawing/2014/main" id="{FBC01FCD-6F9C-B97B-5730-6E9846240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11efcb08b7f_0_97:notes">
            <a:extLst>
              <a:ext uri="{FF2B5EF4-FFF2-40B4-BE49-F238E27FC236}">
                <a16:creationId xmlns:a16="http://schemas.microsoft.com/office/drawing/2014/main" id="{E52B5A7F-94E3-46C0-2C68-B97AA3498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777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1C7969CB-D1FE-B7BA-7BFC-3FC84C956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C7AE5147-9B48-EE72-F510-910530B07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6C403B6A-C4A9-5F9C-9657-3569975F7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7246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>
          <a:extLst>
            <a:ext uri="{FF2B5EF4-FFF2-40B4-BE49-F238E27FC236}">
              <a16:creationId xmlns:a16="http://schemas.microsoft.com/office/drawing/2014/main" id="{AF0600E0-9368-5000-F360-1CB33708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>
            <a:extLst>
              <a:ext uri="{FF2B5EF4-FFF2-40B4-BE49-F238E27FC236}">
                <a16:creationId xmlns:a16="http://schemas.microsoft.com/office/drawing/2014/main" id="{F98384F6-213B-3122-6639-52BEA0BBA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>
            <a:extLst>
              <a:ext uri="{FF2B5EF4-FFF2-40B4-BE49-F238E27FC236}">
                <a16:creationId xmlns:a16="http://schemas.microsoft.com/office/drawing/2014/main" id="{A04971A9-C591-39BF-88F9-3618BF76C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234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>
          <a:extLst>
            <a:ext uri="{FF2B5EF4-FFF2-40B4-BE49-F238E27FC236}">
              <a16:creationId xmlns:a16="http://schemas.microsoft.com/office/drawing/2014/main" id="{79482FE6-7CE1-F184-1652-3BA3919B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>
            <a:extLst>
              <a:ext uri="{FF2B5EF4-FFF2-40B4-BE49-F238E27FC236}">
                <a16:creationId xmlns:a16="http://schemas.microsoft.com/office/drawing/2014/main" id="{BF36F1DC-3CA7-AA2A-2187-F555C9C07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>
            <a:extLst>
              <a:ext uri="{FF2B5EF4-FFF2-40B4-BE49-F238E27FC236}">
                <a16:creationId xmlns:a16="http://schemas.microsoft.com/office/drawing/2014/main" id="{5636A491-4313-F734-7A62-5F22FF26D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794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6">
          <a:extLst>
            <a:ext uri="{FF2B5EF4-FFF2-40B4-BE49-F238E27FC236}">
              <a16:creationId xmlns:a16="http://schemas.microsoft.com/office/drawing/2014/main" id="{DA913918-E8C9-286C-4A31-DDB65F75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11efcb08b7f_0_97:notes">
            <a:extLst>
              <a:ext uri="{FF2B5EF4-FFF2-40B4-BE49-F238E27FC236}">
                <a16:creationId xmlns:a16="http://schemas.microsoft.com/office/drawing/2014/main" id="{C616E245-7A69-E1BA-7D65-40EF45CA9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11efcb08b7f_0_97:notes">
            <a:extLst>
              <a:ext uri="{FF2B5EF4-FFF2-40B4-BE49-F238E27FC236}">
                <a16:creationId xmlns:a16="http://schemas.microsoft.com/office/drawing/2014/main" id="{51616185-14B1-BFD0-F85A-3FCEE1A6A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171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F512D8DF-447D-BD2C-7349-C3283153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E61009A1-3CAA-4D08-3AB7-B4CAAE84A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7EB4AC36-D377-1C83-BBB7-A37F984EB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699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>
          <a:extLst>
            <a:ext uri="{FF2B5EF4-FFF2-40B4-BE49-F238E27FC236}">
              <a16:creationId xmlns:a16="http://schemas.microsoft.com/office/drawing/2014/main" id="{B82E6E85-56E3-0482-1844-0A1ABC42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>
            <a:extLst>
              <a:ext uri="{FF2B5EF4-FFF2-40B4-BE49-F238E27FC236}">
                <a16:creationId xmlns:a16="http://schemas.microsoft.com/office/drawing/2014/main" id="{7E359CC7-887A-57B1-264E-7AA46619C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>
            <a:extLst>
              <a:ext uri="{FF2B5EF4-FFF2-40B4-BE49-F238E27FC236}">
                <a16:creationId xmlns:a16="http://schemas.microsoft.com/office/drawing/2014/main" id="{CF384361-8463-6AA9-8A9F-01B4E826C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360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>
          <a:extLst>
            <a:ext uri="{FF2B5EF4-FFF2-40B4-BE49-F238E27FC236}">
              <a16:creationId xmlns:a16="http://schemas.microsoft.com/office/drawing/2014/main" id="{55FFEA03-95B7-DB17-F58B-68938DF7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>
            <a:extLst>
              <a:ext uri="{FF2B5EF4-FFF2-40B4-BE49-F238E27FC236}">
                <a16:creationId xmlns:a16="http://schemas.microsoft.com/office/drawing/2014/main" id="{23EB8A66-70CA-23E7-C3D8-32EE22FCC9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>
            <a:extLst>
              <a:ext uri="{FF2B5EF4-FFF2-40B4-BE49-F238E27FC236}">
                <a16:creationId xmlns:a16="http://schemas.microsoft.com/office/drawing/2014/main" id="{07614877-9D81-22BA-DDB9-087F0D739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18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>
          <a:extLst>
            <a:ext uri="{FF2B5EF4-FFF2-40B4-BE49-F238E27FC236}">
              <a16:creationId xmlns:a16="http://schemas.microsoft.com/office/drawing/2014/main" id="{327EF587-4ACB-F95B-AFDA-4EEFEBA0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1efcb08b7f_0_31:notes">
            <a:extLst>
              <a:ext uri="{FF2B5EF4-FFF2-40B4-BE49-F238E27FC236}">
                <a16:creationId xmlns:a16="http://schemas.microsoft.com/office/drawing/2014/main" id="{6808E5B2-DE0D-491E-AACF-890007B19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1efcb08b7f_0_31:notes">
            <a:extLst>
              <a:ext uri="{FF2B5EF4-FFF2-40B4-BE49-F238E27FC236}">
                <a16:creationId xmlns:a16="http://schemas.microsoft.com/office/drawing/2014/main" id="{AB9DACD7-6B63-AB7A-7EEE-11F0E518B2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481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11f3b086d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11f3b086d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 hasCustomPrompt="1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Abadi" panose="020B0604020104020204" pitchFamily="34" charset="0"/>
                <a:ea typeface="Jost"/>
                <a:cs typeface="Abadi" panose="020B0604020104020204" pitchFamily="34" charset="0"/>
                <a:sym typeface="Jos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 dirty="0"/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75" name="Google Shape;75;p3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76" name="Google Shape;76;p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84" name="Google Shape;84;p3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96" name="Google Shape;9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16" name="Google Shape;11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917813" y="740425"/>
            <a:ext cx="3351600" cy="8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1"/>
          </p:nvPr>
        </p:nvSpPr>
        <p:spPr>
          <a:xfrm>
            <a:off x="4437188" y="3399874"/>
            <a:ext cx="3789000" cy="100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2"/>
          </p:nvPr>
        </p:nvSpPr>
        <p:spPr>
          <a:xfrm>
            <a:off x="4874588" y="2388438"/>
            <a:ext cx="3351600" cy="8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3"/>
          </p:nvPr>
        </p:nvSpPr>
        <p:spPr>
          <a:xfrm>
            <a:off x="917813" y="1751950"/>
            <a:ext cx="3789000" cy="100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5"/>
          <p:cNvGrpSpPr/>
          <p:nvPr/>
        </p:nvGrpSpPr>
        <p:grpSpPr>
          <a:xfrm rot="10800000">
            <a:off x="-287269" y="3176993"/>
            <a:ext cx="1803578" cy="1592367"/>
            <a:chOff x="-4912150" y="-393637"/>
            <a:chExt cx="2057000" cy="1816112"/>
          </a:xfrm>
        </p:grpSpPr>
        <p:sp>
          <p:nvSpPr>
            <p:cNvPr id="145" name="Google Shape;145;p5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6039350" y="414138"/>
            <a:ext cx="1040638" cy="901375"/>
            <a:chOff x="8457538" y="810363"/>
            <a:chExt cx="1040638" cy="901375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5"/>
          <p:cNvGrpSpPr/>
          <p:nvPr/>
        </p:nvGrpSpPr>
        <p:grpSpPr>
          <a:xfrm>
            <a:off x="2021856" y="3530393"/>
            <a:ext cx="1019565" cy="1290805"/>
            <a:chOff x="-4017975" y="-49702"/>
            <a:chExt cx="1162825" cy="1472177"/>
          </a:xfrm>
        </p:grpSpPr>
        <p:sp>
          <p:nvSpPr>
            <p:cNvPr id="173" name="Google Shape;173;p5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7572872" y="-168350"/>
            <a:ext cx="1929500" cy="2210100"/>
            <a:chOff x="295725" y="-3462825"/>
            <a:chExt cx="1929500" cy="2210100"/>
          </a:xfrm>
        </p:grpSpPr>
        <p:sp>
          <p:nvSpPr>
            <p:cNvPr id="181" name="Google Shape;181;p5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7" name="Google Shape;327;p9"/>
          <p:cNvSpPr txBox="1">
            <a:spLocks noGrp="1"/>
          </p:cNvSpPr>
          <p:nvPr>
            <p:ph type="subTitle" idx="1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28" name="Google Shape;328;p9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329" name="Google Shape;329;p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333" name="Google Shape;333;p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"/>
          <p:cNvSpPr txBox="1">
            <a:spLocks noGrp="1"/>
          </p:cNvSpPr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14"/>
          <p:cNvSpPr txBox="1">
            <a:spLocks noGrp="1"/>
          </p:cNvSpPr>
          <p:nvPr>
            <p:ph type="subTitle" idx="1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475" name="Google Shape;475;p1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476" name="Google Shape;476;p1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479" name="Google Shape;479;p1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2" name="Google Shape;482;p14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483" name="Google Shape;483;p1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7"/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17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17"/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17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17"/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17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1" name="Google Shape;551;p1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52" name="Google Shape;552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" name="Google Shape;559;p1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560" name="Google Shape;56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580" name="Google Shape;58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1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791" name="Google Shape;791;p2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92" name="Google Shape;792;p21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793" name="Google Shape;793;p21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2"/>
          <p:cNvSpPr txBox="1">
            <a:spLocks noGrp="1"/>
          </p:cNvSpPr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1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5" name="Google Shape;815;p22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Abadi" panose="020B0604020104020204" pitchFamily="34" charset="0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lang="en" sz="1200" b="1" dirty="0">
                <a:solidFill>
                  <a:schemeClr val="dk1"/>
                </a:solidFill>
                <a:uFill>
                  <a:noFill/>
                </a:uFill>
                <a:latin typeface="Abadi" panose="020B0604020104020204" pitchFamily="34" charset="0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dirty="0">
                <a:solidFill>
                  <a:schemeClr val="dk1"/>
                </a:solidFill>
                <a:latin typeface="Abadi" panose="020B0604020104020204" pitchFamily="34" charset="0"/>
                <a:ea typeface="Tajawal"/>
                <a:cs typeface="Tajawal"/>
                <a:sym typeface="Tajawal"/>
              </a:rPr>
              <a:t>, including icons by </a:t>
            </a:r>
            <a:r>
              <a:rPr lang="en" sz="1200" b="1" dirty="0">
                <a:solidFill>
                  <a:schemeClr val="dk1"/>
                </a:solidFill>
                <a:uFill>
                  <a:noFill/>
                </a:uFill>
                <a:latin typeface="Abadi" panose="020B0604020104020204" pitchFamily="34" charset="0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dirty="0">
                <a:solidFill>
                  <a:schemeClr val="dk1"/>
                </a:solidFill>
                <a:latin typeface="Abadi" panose="020B0604020104020204" pitchFamily="34" charset="0"/>
                <a:ea typeface="Tajawal"/>
                <a:cs typeface="Tajawal"/>
                <a:sym typeface="Tajawal"/>
              </a:rPr>
              <a:t>, and infographics &amp; images by </a:t>
            </a:r>
            <a:r>
              <a:rPr lang="en" sz="1200" b="1" dirty="0">
                <a:solidFill>
                  <a:schemeClr val="dk1"/>
                </a:solidFill>
                <a:uFill>
                  <a:noFill/>
                </a:uFill>
                <a:latin typeface="Abadi" panose="020B0604020104020204" pitchFamily="34" charset="0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 dirty="0">
              <a:solidFill>
                <a:schemeClr val="dk1"/>
              </a:solidFill>
              <a:latin typeface="Abadi" panose="020B0604020104020204" pitchFamily="34" charset="0"/>
              <a:ea typeface="Tajawal"/>
              <a:cs typeface="Tajawal"/>
              <a:sym typeface="Tajawal"/>
            </a:endParaRPr>
          </a:p>
        </p:txBody>
      </p:sp>
      <p:grpSp>
        <p:nvGrpSpPr>
          <p:cNvPr id="816" name="Google Shape;816;p22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817" name="Google Shape;81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820" name="Google Shape;820;p22"/>
            <p:cNvSpPr/>
            <p:nvPr/>
          </p:nvSpPr>
          <p:spPr>
            <a:xfrm>
              <a:off x="1633450" y="324425"/>
              <a:ext cx="275900" cy="274200"/>
            </a:xfrm>
            <a:custGeom>
              <a:avLst/>
              <a:gdLst/>
              <a:ahLst/>
              <a:cxnLst/>
              <a:rect l="l" t="t" r="r" b="b"/>
              <a:pathLst>
                <a:path w="11036" h="10968" extrusionOk="0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1875625" y="299800"/>
              <a:ext cx="56925" cy="56950"/>
            </a:xfrm>
            <a:custGeom>
              <a:avLst/>
              <a:gdLst/>
              <a:ahLst/>
              <a:cxnLst/>
              <a:rect l="l" t="t" r="r" b="b"/>
              <a:pathLst>
                <a:path w="2277" h="2278" extrusionOk="0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1608625" y="566800"/>
              <a:ext cx="56950" cy="56650"/>
            </a:xfrm>
            <a:custGeom>
              <a:avLst/>
              <a:gdLst/>
              <a:ahLst/>
              <a:cxnLst/>
              <a:rect l="l" t="t" r="r" b="b"/>
              <a:pathLst>
                <a:path w="2278" h="2266" extrusionOk="0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22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824" name="Google Shape;824;p2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22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836" name="Google Shape;836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844" name="Google Shape;844;p22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845" name="Google Shape;845;p2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8" name="Google Shape;848;p22"/>
            <p:cNvSpPr/>
            <p:nvPr/>
          </p:nvSpPr>
          <p:spPr>
            <a:xfrm flipH="1">
              <a:off x="2564026" y="7337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22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850" name="Google Shape;850;p2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-3248550" y="-540150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22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60" r:id="rId6"/>
    <p:sldLayoutId id="2147483663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8"/>
          <p:cNvSpPr txBox="1">
            <a:spLocks noGrp="1"/>
          </p:cNvSpPr>
          <p:nvPr>
            <p:ph type="ctrTitle"/>
          </p:nvPr>
        </p:nvSpPr>
        <p:spPr>
          <a:xfrm flipH="1">
            <a:off x="203812" y="932613"/>
            <a:ext cx="8736375" cy="214677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 dirty="0">
                <a:latin typeface="Montserrat Medium"/>
                <a:ea typeface="Montserrat Medium"/>
                <a:cs typeface="Montserrat Medium"/>
                <a:sym typeface="Montserrat Medium"/>
              </a:rPr>
              <a:t>Primeros Pasos con OpenCV: Aplicación en Detección de Personas</a:t>
            </a:r>
            <a:endParaRPr dirty="0"/>
          </a:p>
        </p:txBody>
      </p:sp>
      <p:sp>
        <p:nvSpPr>
          <p:cNvPr id="924" name="Google Shape;924;p28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Victor Manuel Castillo Olivetto</a:t>
            </a:r>
            <a:endParaRPr dirty="0"/>
          </a:p>
        </p:txBody>
      </p:sp>
      <p:sp>
        <p:nvSpPr>
          <p:cNvPr id="925" name="Google Shape;925;p28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6" name="Google Shape;926;p28"/>
          <p:cNvGrpSpPr/>
          <p:nvPr/>
        </p:nvGrpSpPr>
        <p:grpSpPr>
          <a:xfrm flipH="1">
            <a:off x="5870297" y="3482200"/>
            <a:ext cx="1929500" cy="2210100"/>
            <a:chOff x="295725" y="-3462825"/>
            <a:chExt cx="1929500" cy="2210100"/>
          </a:xfrm>
        </p:grpSpPr>
        <p:sp>
          <p:nvSpPr>
            <p:cNvPr id="927" name="Google Shape;927;p28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8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28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953" name="Google Shape;953;p2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54" name="Google Shape;954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6" name="Google Shape;956;p2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7" name="Google Shape;957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0" name="Google Shape;960;p28"/>
          <p:cNvGrpSpPr/>
          <p:nvPr/>
        </p:nvGrpSpPr>
        <p:grpSpPr>
          <a:xfrm>
            <a:off x="844385" y="2929368"/>
            <a:ext cx="4208350" cy="192185"/>
            <a:chOff x="948060" y="2996029"/>
            <a:chExt cx="4208350" cy="192185"/>
          </a:xfrm>
        </p:grpSpPr>
        <p:sp>
          <p:nvSpPr>
            <p:cNvPr id="961" name="Google Shape;961;p28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2" name="Google Shape;962;p28"/>
            <p:cNvCxnSpPr>
              <a:stCxn id="963" idx="6"/>
              <a:endCxn id="964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28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4"/>
          <p:cNvSpPr txBox="1">
            <a:spLocks noGrp="1"/>
          </p:cNvSpPr>
          <p:nvPr>
            <p:ph type="title"/>
          </p:nvPr>
        </p:nvSpPr>
        <p:spPr>
          <a:xfrm>
            <a:off x="1224931" y="3267939"/>
            <a:ext cx="5452142" cy="53320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Objetivo de la presentaci</a:t>
            </a:r>
            <a:r>
              <a:rPr lang="es-419" sz="2800" dirty="0" err="1"/>
              <a:t>ón</a:t>
            </a:r>
            <a:endParaRPr sz="2800" dirty="0"/>
          </a:p>
        </p:txBody>
      </p:sp>
      <p:sp>
        <p:nvSpPr>
          <p:cNvPr id="1157" name="Google Shape;1157;p34"/>
          <p:cNvSpPr txBox="1">
            <a:spLocks noGrp="1"/>
          </p:cNvSpPr>
          <p:nvPr>
            <p:ph type="subTitle" idx="1"/>
          </p:nvPr>
        </p:nvSpPr>
        <p:spPr>
          <a:xfrm>
            <a:off x="717489" y="884304"/>
            <a:ext cx="7709021" cy="204868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Proporcionar una visión general de OpenCV, sus funcionalidades clave, y cómo puede ser una herramienta poderosa en aplicaciones de visión por computadora. </a:t>
            </a:r>
            <a:endParaRPr dirty="0"/>
          </a:p>
        </p:txBody>
      </p:sp>
      <p:grpSp>
        <p:nvGrpSpPr>
          <p:cNvPr id="1158" name="Google Shape;1158;p34"/>
          <p:cNvGrpSpPr/>
          <p:nvPr/>
        </p:nvGrpSpPr>
        <p:grpSpPr>
          <a:xfrm>
            <a:off x="2027097" y="3051329"/>
            <a:ext cx="3612325" cy="192185"/>
            <a:chOff x="4788672" y="2177404"/>
            <a:chExt cx="3612325" cy="192185"/>
          </a:xfrm>
        </p:grpSpPr>
        <p:sp>
          <p:nvSpPr>
            <p:cNvPr id="1159" name="Google Shape;1159;p34"/>
            <p:cNvSpPr/>
            <p:nvPr/>
          </p:nvSpPr>
          <p:spPr>
            <a:xfrm rot="-2700000" flipH="1">
              <a:off x="7708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0" name="Google Shape;1160;p34"/>
            <p:cNvCxnSpPr>
              <a:stCxn id="1161" idx="6"/>
              <a:endCxn id="1162" idx="2"/>
            </p:cNvCxnSpPr>
            <p:nvPr/>
          </p:nvCxnSpPr>
          <p:spPr>
            <a:xfrm rot="10800000">
              <a:off x="4845697" y="2272517"/>
              <a:ext cx="3498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2" name="Google Shape;1162;p34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 flipH="1">
              <a:off x="8343997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34"/>
          <p:cNvGrpSpPr/>
          <p:nvPr/>
        </p:nvGrpSpPr>
        <p:grpSpPr>
          <a:xfrm rot="10800000">
            <a:off x="2460069" y="-715883"/>
            <a:ext cx="1803578" cy="1592367"/>
            <a:chOff x="-4912150" y="-393637"/>
            <a:chExt cx="2057000" cy="1816112"/>
          </a:xfrm>
        </p:grpSpPr>
        <p:sp>
          <p:nvSpPr>
            <p:cNvPr id="1164" name="Google Shape;1164;p3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4"/>
          <p:cNvGrpSpPr/>
          <p:nvPr/>
        </p:nvGrpSpPr>
        <p:grpSpPr>
          <a:xfrm>
            <a:off x="6286297" y="3482200"/>
            <a:ext cx="1929500" cy="2210100"/>
            <a:chOff x="295725" y="-3462825"/>
            <a:chExt cx="1929500" cy="2210100"/>
          </a:xfrm>
        </p:grpSpPr>
        <p:sp>
          <p:nvSpPr>
            <p:cNvPr id="1184" name="Google Shape;1184;p34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37"/>
          <p:cNvSpPr txBox="1">
            <a:spLocks noGrp="1"/>
          </p:cNvSpPr>
          <p:nvPr>
            <p:ph type="body" idx="1"/>
          </p:nvPr>
        </p:nvSpPr>
        <p:spPr>
          <a:xfrm>
            <a:off x="1992576" y="1701560"/>
            <a:ext cx="5152196" cy="269033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Una biblioteca de código abierto, su principal objetivo es facilitar el procesamiento de imágenes y videos en tiempo real, proporcionando un conjunto amplio de algoritmos que permiten realizar tareas como la detección de objetos, el reconocimiento facial, el análisis de movimiento y muchas otras. </a:t>
            </a:r>
          </a:p>
        </p:txBody>
      </p:sp>
      <p:sp>
        <p:nvSpPr>
          <p:cNvPr id="1265" name="Google Shape;1265;p3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OpenCv</a:t>
            </a:r>
            <a:endParaRPr dirty="0"/>
          </a:p>
        </p:txBody>
      </p:sp>
      <p:grpSp>
        <p:nvGrpSpPr>
          <p:cNvPr id="1266" name="Google Shape;1266;p37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67" name="Google Shape;1267;p3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37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275" name="Google Shape;1275;p37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7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7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7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7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7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7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7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7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7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7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7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7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7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7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7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7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01" name="Google Shape;1301;p3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02" name="Google Shape;1302;p3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5" name="Google Shape;1305;p3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8" name="Google Shape;1308;p3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309" name="Google Shape;1309;p3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10" name="Google Shape;1310;p37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11" name="Google Shape;1311;p37"/>
              <p:cNvCxnSpPr>
                <a:stCxn id="1312" idx="6"/>
                <a:endCxn id="1313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3" name="Google Shape;1313;p3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Fundamentos de </a:t>
            </a:r>
            <a:r>
              <a:rPr lang="en" dirty="0">
                <a:latin typeface="Montserrat Medium"/>
                <a:ea typeface="Montserrat Medium"/>
                <a:cs typeface="Montserrat Medium"/>
                <a:sym typeface="Montserrat Medium"/>
              </a:rPr>
              <a:t>OpenCV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33"/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111096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Estructura de la Biblioteca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Configuración e Instalación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Funciones Básicas </a:t>
            </a:r>
            <a:endParaRPr dirty="0"/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Estructura de la Biblioteca: </a:t>
            </a:r>
            <a:endParaRPr dirty="0"/>
          </a:p>
        </p:txBody>
      </p:sp>
      <p:sp>
        <p:nvSpPr>
          <p:cNvPr id="1040" name="Google Shape;1040;p31"/>
          <p:cNvSpPr txBox="1">
            <a:spLocks noGrp="1"/>
          </p:cNvSpPr>
          <p:nvPr>
            <p:ph type="subTitle" idx="1"/>
          </p:nvPr>
        </p:nvSpPr>
        <p:spPr>
          <a:xfrm>
            <a:off x="274068" y="2283575"/>
            <a:ext cx="3840877" cy="202875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- Core 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Operaciones fundamentales, manipulación de matrices y datos básicos.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- </a:t>
            </a:r>
            <a:r>
              <a:rPr lang="es-MX" dirty="0" err="1"/>
              <a:t>HighGUI</a:t>
            </a:r>
            <a:r>
              <a:rPr lang="es-MX" dirty="0"/>
              <a:t> 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Herramientas de interfaz gráfica para visualizar imágenes y videos.</a:t>
            </a:r>
          </a:p>
        </p:txBody>
      </p:sp>
      <p:sp>
        <p:nvSpPr>
          <p:cNvPr id="1041" name="Google Shape;1041;p31"/>
          <p:cNvSpPr txBox="1">
            <a:spLocks noGrp="1"/>
          </p:cNvSpPr>
          <p:nvPr>
            <p:ph type="subTitle" idx="2"/>
          </p:nvPr>
        </p:nvSpPr>
        <p:spPr>
          <a:xfrm>
            <a:off x="489583" y="1488261"/>
            <a:ext cx="3409848" cy="76529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1. Procesamiento Básico y Estructura de Datos</a:t>
            </a:r>
            <a:endParaRPr dirty="0"/>
          </a:p>
        </p:txBody>
      </p:sp>
      <p:grpSp>
        <p:nvGrpSpPr>
          <p:cNvPr id="1042" name="Google Shape;1042;p31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/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/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/>
          <p:cNvGrpSpPr/>
          <p:nvPr/>
        </p:nvGrpSpPr>
        <p:grpSpPr>
          <a:xfrm>
            <a:off x="7861111" y="3886677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1040;p31">
            <a:extLst>
              <a:ext uri="{FF2B5EF4-FFF2-40B4-BE49-F238E27FC236}">
                <a16:creationId xmlns:a16="http://schemas.microsoft.com/office/drawing/2014/main" id="{1575CF53-2241-4F67-D90B-72A4957CFE7B}"/>
              </a:ext>
            </a:extLst>
          </p:cNvPr>
          <p:cNvSpPr txBox="1">
            <a:spLocks/>
          </p:cNvSpPr>
          <p:nvPr/>
        </p:nvSpPr>
        <p:spPr>
          <a:xfrm>
            <a:off x="4484740" y="2281017"/>
            <a:ext cx="3840877" cy="202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 - </a:t>
            </a:r>
            <a:r>
              <a:rPr lang="es-MX" dirty="0" err="1"/>
              <a:t>Image</a:t>
            </a:r>
            <a:r>
              <a:rPr lang="es-MX" dirty="0"/>
              <a:t> Processing :</a:t>
            </a:r>
          </a:p>
          <a:p>
            <a:pPr marL="0" indent="0" algn="just"/>
            <a:r>
              <a:rPr lang="es-MX" dirty="0"/>
              <a:t>Filtros, transformaciones y manipulación de color.</a:t>
            </a:r>
          </a:p>
          <a:p>
            <a:pPr marL="0" indent="0" algn="just"/>
            <a:endParaRPr lang="es-MX" dirty="0"/>
          </a:p>
          <a:p>
            <a:pPr marL="0" indent="0" algn="just"/>
            <a:r>
              <a:rPr lang="es-MX" dirty="0"/>
              <a:t> - </a:t>
            </a:r>
            <a:r>
              <a:rPr lang="es-MX" dirty="0" err="1"/>
              <a:t>Photo</a:t>
            </a:r>
            <a:r>
              <a:rPr lang="es-MX" dirty="0"/>
              <a:t> :</a:t>
            </a:r>
          </a:p>
          <a:p>
            <a:pPr marL="0" indent="0" algn="just"/>
            <a:r>
              <a:rPr lang="es-MX" dirty="0"/>
              <a:t>Mejora y restauración avanzada de imágenes, como reducción de ruido y ajuste de iluminación.</a:t>
            </a:r>
          </a:p>
        </p:txBody>
      </p:sp>
      <p:sp>
        <p:nvSpPr>
          <p:cNvPr id="11" name="Google Shape;1041;p31">
            <a:extLst>
              <a:ext uri="{FF2B5EF4-FFF2-40B4-BE49-F238E27FC236}">
                <a16:creationId xmlns:a16="http://schemas.microsoft.com/office/drawing/2014/main" id="{9CCA37B6-319F-B04C-AB7C-84D1715EAC10}"/>
              </a:ext>
            </a:extLst>
          </p:cNvPr>
          <p:cNvSpPr txBox="1">
            <a:spLocks/>
          </p:cNvSpPr>
          <p:nvPr/>
        </p:nvSpPr>
        <p:spPr>
          <a:xfrm>
            <a:off x="4700255" y="1485703"/>
            <a:ext cx="3409848" cy="76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2. Procesamiento y Análisis de Imágenes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CD6D1D68-DC6B-2922-1150-9B0063F6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>
            <a:extLst>
              <a:ext uri="{FF2B5EF4-FFF2-40B4-BE49-F238E27FC236}">
                <a16:creationId xmlns:a16="http://schemas.microsoft.com/office/drawing/2014/main" id="{8A94EE7D-344B-126E-49C5-5D1511721F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Estructura de la Biblioteca: </a:t>
            </a:r>
            <a:endParaRPr dirty="0"/>
          </a:p>
        </p:txBody>
      </p:sp>
      <p:sp>
        <p:nvSpPr>
          <p:cNvPr id="1040" name="Google Shape;1040;p31">
            <a:extLst>
              <a:ext uri="{FF2B5EF4-FFF2-40B4-BE49-F238E27FC236}">
                <a16:creationId xmlns:a16="http://schemas.microsoft.com/office/drawing/2014/main" id="{420A21C3-DAD0-C9C5-0143-B25BE974D0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2252" y="2379045"/>
            <a:ext cx="3840877" cy="202875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- Video 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Análisis de secuencias de video, segmentación de movimiento y seguimiento.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 - Video I/O :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Captura y reproducción de video desde cámaras o archivos.</a:t>
            </a:r>
          </a:p>
        </p:txBody>
      </p:sp>
      <p:sp>
        <p:nvSpPr>
          <p:cNvPr id="1041" name="Google Shape;1041;p31">
            <a:extLst>
              <a:ext uri="{FF2B5EF4-FFF2-40B4-BE49-F238E27FC236}">
                <a16:creationId xmlns:a16="http://schemas.microsoft.com/office/drawing/2014/main" id="{4E417F0A-1BAE-E730-D7EC-2710FA51B8E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74067" y="1473330"/>
            <a:ext cx="3840877" cy="76529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3. Procesamiento de Video y Análisis de Movimiento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847D3F5C-F02D-06FC-7AB7-8F2BC4B38C15}"/>
              </a:ext>
            </a:extLst>
          </p:cNvPr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CA624F5A-CA5C-1D34-1CEA-061BED28EC79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4B3C753C-EDB2-804B-4CD9-D4A31FF22C0D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C3D6BBB5-6AAB-9536-5322-2CBC77BCC5E8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4F6D4840-4AC6-0985-7EB2-779E9CCA6CD3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1D5F7024-9D7F-C992-932D-D8D070CAA77F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A5313FB4-F097-334F-ACC7-6026722A3F63}"/>
              </a:ext>
            </a:extLst>
          </p:cNvPr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C6CEE816-494E-4EC4-F430-2BB60F819BA8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EDE40103-C273-C065-4ED4-DC99DC5C9A05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4B8D31A8-3431-159E-DE4D-497218F5859B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AA9C952F-5DF9-E293-C7BD-6959F7AD1615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045F77A8-B992-7A0E-7719-BCBA19A261B4}"/>
              </a:ext>
            </a:extLst>
          </p:cNvPr>
          <p:cNvGrpSpPr/>
          <p:nvPr/>
        </p:nvGrpSpPr>
        <p:grpSpPr>
          <a:xfrm>
            <a:off x="7861111" y="3886677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E121F8FD-ECE9-106A-78D0-AB648567D30C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4DC22687-9389-8A60-B4A1-C9E0C5ECE82E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626356C9-DCE6-83CA-E8B6-9EBCD606319B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3E45A129-93E9-AE05-5323-8BB821249E5A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8EB445B5-A807-76A7-58C6-A061D4383DE1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9458899F-CB9B-72DB-3796-0BA2CF408481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AB7485B6-497A-97CC-25BB-794F39D42801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1040;p31">
            <a:extLst>
              <a:ext uri="{FF2B5EF4-FFF2-40B4-BE49-F238E27FC236}">
                <a16:creationId xmlns:a16="http://schemas.microsoft.com/office/drawing/2014/main" id="{CAD79D91-E332-9B86-ACCC-CEA12A540B30}"/>
              </a:ext>
            </a:extLst>
          </p:cNvPr>
          <p:cNvSpPr txBox="1">
            <a:spLocks/>
          </p:cNvSpPr>
          <p:nvPr/>
        </p:nvSpPr>
        <p:spPr>
          <a:xfrm>
            <a:off x="4484740" y="2281017"/>
            <a:ext cx="3840877" cy="230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 -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Detection</a:t>
            </a:r>
            <a:r>
              <a:rPr lang="es-MX" dirty="0"/>
              <a:t> : </a:t>
            </a:r>
          </a:p>
          <a:p>
            <a:pPr marL="0" indent="0" algn="just"/>
            <a:r>
              <a:rPr lang="es-MX" dirty="0"/>
              <a:t>Detección de objetos </a:t>
            </a:r>
            <a:r>
              <a:rPr lang="es-MX" dirty="0" err="1"/>
              <a:t>preentrenados</a:t>
            </a:r>
            <a:r>
              <a:rPr lang="es-MX" dirty="0"/>
              <a:t>, como rostros y ojos.</a:t>
            </a:r>
          </a:p>
          <a:p>
            <a:pPr marL="0" indent="0" algn="just"/>
            <a:endParaRPr lang="es-MX" dirty="0"/>
          </a:p>
          <a:p>
            <a:pPr marL="0" indent="0" algn="just"/>
            <a:r>
              <a:rPr lang="es-MX" dirty="0"/>
              <a:t> - Features2D : </a:t>
            </a:r>
          </a:p>
          <a:p>
            <a:pPr marL="0" indent="0" algn="just"/>
            <a:r>
              <a:rPr lang="es-MX" dirty="0"/>
              <a:t>Detección de características en imágenes (como SIFT, ORB) para reconocimiento de objetos.</a:t>
            </a:r>
          </a:p>
        </p:txBody>
      </p:sp>
      <p:sp>
        <p:nvSpPr>
          <p:cNvPr id="11" name="Google Shape;1041;p31">
            <a:extLst>
              <a:ext uri="{FF2B5EF4-FFF2-40B4-BE49-F238E27FC236}">
                <a16:creationId xmlns:a16="http://schemas.microsoft.com/office/drawing/2014/main" id="{B61553AE-22AC-360F-D4AC-38BD2BD8A203}"/>
              </a:ext>
            </a:extLst>
          </p:cNvPr>
          <p:cNvSpPr txBox="1">
            <a:spLocks/>
          </p:cNvSpPr>
          <p:nvPr/>
        </p:nvSpPr>
        <p:spPr>
          <a:xfrm>
            <a:off x="4572000" y="1485703"/>
            <a:ext cx="3969131" cy="76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4. Detección y Reconocimiento de Objetos</a:t>
            </a:r>
          </a:p>
        </p:txBody>
      </p:sp>
    </p:spTree>
    <p:extLst>
      <p:ext uri="{BB962C8B-B14F-4D97-AF65-F5344CB8AC3E}">
        <p14:creationId xmlns:p14="http://schemas.microsoft.com/office/powerpoint/2010/main" val="3739771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720C6862-F572-C6D8-50F4-647206DF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>
            <a:extLst>
              <a:ext uri="{FF2B5EF4-FFF2-40B4-BE49-F238E27FC236}">
                <a16:creationId xmlns:a16="http://schemas.microsoft.com/office/drawing/2014/main" id="{0C4D64F9-A989-3C62-AD92-112C610A5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Estructura de la Biblioteca: </a:t>
            </a:r>
            <a:endParaRPr dirty="0"/>
          </a:p>
        </p:txBody>
      </p:sp>
      <p:sp>
        <p:nvSpPr>
          <p:cNvPr id="1040" name="Google Shape;1040;p31">
            <a:extLst>
              <a:ext uri="{FF2B5EF4-FFF2-40B4-BE49-F238E27FC236}">
                <a16:creationId xmlns:a16="http://schemas.microsoft.com/office/drawing/2014/main" id="{1037FDA4-1C35-ABFE-23A4-AD8CAA8F10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4068" y="2283575"/>
            <a:ext cx="3840877" cy="202875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 - Calib3D :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Herramientas para calibración de cámaras y reconstrucción en 3D mediante transformaciones de perspectiva.</a:t>
            </a:r>
          </a:p>
        </p:txBody>
      </p:sp>
      <p:sp>
        <p:nvSpPr>
          <p:cNvPr id="1041" name="Google Shape;1041;p31">
            <a:extLst>
              <a:ext uri="{FF2B5EF4-FFF2-40B4-BE49-F238E27FC236}">
                <a16:creationId xmlns:a16="http://schemas.microsoft.com/office/drawing/2014/main" id="{F2F3202C-4CCB-0CE6-C140-E0903A2B956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89583" y="1488261"/>
            <a:ext cx="3409848" cy="76529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5. Reconstrucción 3D y Calibración de Cámaras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A76488D7-D93E-5C2B-972A-35178D05F3DE}"/>
              </a:ext>
            </a:extLst>
          </p:cNvPr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A32FA48F-E091-690C-BB3C-38A6015BA12C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A421B076-0C32-0690-05CB-53AED3A91A9A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25CA3A74-390F-D3FA-2636-F96761215207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66D4C548-B0FF-8B20-16FA-609899FDA833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CF0010B9-1EB6-BB4A-B3B3-58A780149950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530ACA56-3A6A-DE4A-EA3C-A1193ACC5909}"/>
              </a:ext>
            </a:extLst>
          </p:cNvPr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178A22BB-9457-C2A6-2984-7826DE2BC023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86CA2D82-1EDF-B01F-AF36-C4961497A19E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83A444A5-C47A-151D-B891-4D5A6D468325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44537712-437F-147A-EBE9-F1E0F95737C1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B3686189-5AA2-8A96-4EA7-DB6B7C5418CF}"/>
              </a:ext>
            </a:extLst>
          </p:cNvPr>
          <p:cNvGrpSpPr/>
          <p:nvPr/>
        </p:nvGrpSpPr>
        <p:grpSpPr>
          <a:xfrm>
            <a:off x="7861111" y="3886677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DB34DE58-291B-66C6-43CA-E744B27F1163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871CCD3B-D990-AD28-6ABF-F884CDB4F319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E49D6295-FDE3-A128-C66B-CFCD51657369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E4EF932A-668D-C3B0-9343-BF8543EC92E0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AFF13325-5D22-6EE7-6C6D-9B081681124A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B12BC6A8-E0B9-1855-4E7E-3B65CF480048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B1F7F917-F54D-32C3-BB68-1B06EA470DC4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1040;p31">
            <a:extLst>
              <a:ext uri="{FF2B5EF4-FFF2-40B4-BE49-F238E27FC236}">
                <a16:creationId xmlns:a16="http://schemas.microsoft.com/office/drawing/2014/main" id="{0767E30F-20F2-CB8F-37E4-76A2E97C7053}"/>
              </a:ext>
            </a:extLst>
          </p:cNvPr>
          <p:cNvSpPr txBox="1">
            <a:spLocks/>
          </p:cNvSpPr>
          <p:nvPr/>
        </p:nvSpPr>
        <p:spPr>
          <a:xfrm>
            <a:off x="4484740" y="2281017"/>
            <a:ext cx="3840877" cy="251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 - Machine </a:t>
            </a:r>
            <a:r>
              <a:rPr lang="es-MX" dirty="0" err="1"/>
              <a:t>Learning</a:t>
            </a:r>
            <a:r>
              <a:rPr lang="es-MX" dirty="0"/>
              <a:t> : </a:t>
            </a:r>
          </a:p>
          <a:p>
            <a:pPr marL="0" indent="0" algn="just"/>
            <a:r>
              <a:rPr lang="es-MX" dirty="0"/>
              <a:t>Algoritmos de aprendizaje automático como SVM, KNN y árboles de decisión.</a:t>
            </a:r>
          </a:p>
          <a:p>
            <a:pPr marL="0" indent="0" algn="just"/>
            <a:endParaRPr lang="es-MX" dirty="0"/>
          </a:p>
          <a:p>
            <a:pPr marL="0" indent="0" algn="just"/>
            <a:r>
              <a:rPr lang="es-MX" dirty="0"/>
              <a:t> - DNN : </a:t>
            </a:r>
          </a:p>
          <a:p>
            <a:pPr marL="0" indent="0" algn="just"/>
            <a:r>
              <a:rPr lang="es-MX" dirty="0"/>
              <a:t>Soporte para redes neuronales profundas, permitiendo ejecutar modelos de aprendizaje profundo en OpenCV.</a:t>
            </a:r>
          </a:p>
        </p:txBody>
      </p:sp>
      <p:sp>
        <p:nvSpPr>
          <p:cNvPr id="11" name="Google Shape;1041;p31">
            <a:extLst>
              <a:ext uri="{FF2B5EF4-FFF2-40B4-BE49-F238E27FC236}">
                <a16:creationId xmlns:a16="http://schemas.microsoft.com/office/drawing/2014/main" id="{D3C83B10-30A1-61BC-3434-A682F6EA6459}"/>
              </a:ext>
            </a:extLst>
          </p:cNvPr>
          <p:cNvSpPr txBox="1">
            <a:spLocks/>
          </p:cNvSpPr>
          <p:nvPr/>
        </p:nvSpPr>
        <p:spPr>
          <a:xfrm>
            <a:off x="4572000" y="1485703"/>
            <a:ext cx="3789149" cy="76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/>
              <a:t>6. Aprendizaje Automático y Redes Neuronales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2710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88AD0E2E-9DCD-8062-BB30-F79BDDCE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>
            <a:extLst>
              <a:ext uri="{FF2B5EF4-FFF2-40B4-BE49-F238E27FC236}">
                <a16:creationId xmlns:a16="http://schemas.microsoft.com/office/drawing/2014/main" id="{5441A6E5-932B-9A60-63C7-9ED14329D0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Estructura de la Biblioteca: 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6D10B21E-B405-1518-E4C5-49D9D2B3318E}"/>
              </a:ext>
            </a:extLst>
          </p:cNvPr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F057587B-B2DA-1709-1379-78129B7D9957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94BF59DF-1A24-6F6E-6463-66DF1F8F7F9F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D9BD5778-FE71-84CC-2C62-3483B80D6133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49851BBE-04A3-2F28-F884-6D6E76A0A57A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F9C1BDBC-0FB9-AA10-C8FB-1AF9E60964EF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720933EB-46D9-FE46-F1A4-56DD9491A8C0}"/>
              </a:ext>
            </a:extLst>
          </p:cNvPr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FC891E8D-D474-375A-5988-7A7FE131A88F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D87B4AFF-9C37-6117-E604-7187E59597E9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75E78DBB-1874-6262-999F-18E3904D181C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75B5388E-252F-1219-B3C8-450AD39D4E9C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E56FBE58-ED89-C775-600C-72416B038352}"/>
              </a:ext>
            </a:extLst>
          </p:cNvPr>
          <p:cNvGrpSpPr/>
          <p:nvPr/>
        </p:nvGrpSpPr>
        <p:grpSpPr>
          <a:xfrm>
            <a:off x="7861111" y="3886677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C7B503AF-4DE2-AB97-DF3F-8CB80839DA08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FC200526-2508-8385-F8B4-FFDCD871DBCC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0E1B88B2-42D5-27B2-796B-B02066F4A475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59FF337C-C78E-BAE5-A545-ADB1879F2946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9C2049FB-9716-D179-82AC-BA031283D236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446787BB-3721-03BB-F62A-9BAFFCF1AF01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3036323C-BD45-AA13-81BA-7E9917E36438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1040;p31">
            <a:extLst>
              <a:ext uri="{FF2B5EF4-FFF2-40B4-BE49-F238E27FC236}">
                <a16:creationId xmlns:a16="http://schemas.microsoft.com/office/drawing/2014/main" id="{7E5268E7-C5B9-1E6F-8460-6C9C0C602858}"/>
              </a:ext>
            </a:extLst>
          </p:cNvPr>
          <p:cNvSpPr txBox="1">
            <a:spLocks/>
          </p:cNvSpPr>
          <p:nvPr/>
        </p:nvSpPr>
        <p:spPr>
          <a:xfrm>
            <a:off x="2664538" y="2212543"/>
            <a:ext cx="3840877" cy="251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  - </a:t>
            </a:r>
            <a:r>
              <a:rPr lang="es-MX" dirty="0" err="1"/>
              <a:t>Stitching</a:t>
            </a:r>
            <a:r>
              <a:rPr lang="es-MX" dirty="0"/>
              <a:t> :</a:t>
            </a:r>
          </a:p>
          <a:p>
            <a:pPr marL="0" indent="0" algn="just"/>
            <a:endParaRPr lang="es-MX" dirty="0"/>
          </a:p>
          <a:p>
            <a:pPr marL="0" indent="0" algn="just"/>
            <a:r>
              <a:rPr lang="es-MX" dirty="0"/>
              <a:t>Herramientas para crear imágenes panorámicas uniendo varias imágenes.</a:t>
            </a:r>
          </a:p>
        </p:txBody>
      </p:sp>
      <p:sp>
        <p:nvSpPr>
          <p:cNvPr id="11" name="Google Shape;1041;p31">
            <a:extLst>
              <a:ext uri="{FF2B5EF4-FFF2-40B4-BE49-F238E27FC236}">
                <a16:creationId xmlns:a16="http://schemas.microsoft.com/office/drawing/2014/main" id="{D1FB0B1A-D269-2FDF-494E-23CD3738C6C3}"/>
              </a:ext>
            </a:extLst>
          </p:cNvPr>
          <p:cNvSpPr txBox="1">
            <a:spLocks/>
          </p:cNvSpPr>
          <p:nvPr/>
        </p:nvSpPr>
        <p:spPr>
          <a:xfrm>
            <a:off x="2677425" y="1310766"/>
            <a:ext cx="3979501" cy="76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7. Procesamiento Avanzado de Imágenes</a:t>
            </a:r>
          </a:p>
        </p:txBody>
      </p:sp>
    </p:spTree>
    <p:extLst>
      <p:ext uri="{BB962C8B-B14F-4D97-AF65-F5344CB8AC3E}">
        <p14:creationId xmlns:p14="http://schemas.microsoft.com/office/powerpoint/2010/main" val="3361159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46"/>
          <p:cNvSpPr txBox="1">
            <a:spLocks noGrp="1"/>
          </p:cNvSpPr>
          <p:nvPr>
            <p:ph type="title"/>
          </p:nvPr>
        </p:nvSpPr>
        <p:spPr>
          <a:xfrm>
            <a:off x="693526" y="550643"/>
            <a:ext cx="3351600" cy="8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Configuración e Instalación:</a:t>
            </a:r>
            <a:endParaRPr dirty="0"/>
          </a:p>
        </p:txBody>
      </p:sp>
      <p:sp>
        <p:nvSpPr>
          <p:cNvPr id="1631" name="Google Shape;1631;p46"/>
          <p:cNvSpPr txBox="1">
            <a:spLocks noGrp="1"/>
          </p:cNvSpPr>
          <p:nvPr>
            <p:ph type="subTitle" idx="1"/>
          </p:nvPr>
        </p:nvSpPr>
        <p:spPr>
          <a:xfrm>
            <a:off x="4437188" y="3399874"/>
            <a:ext cx="3789000" cy="100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También en es recomendable trabajar usando un entorno virtual para manejar las dependencias del proyecto de manera aisladas </a:t>
            </a:r>
            <a:endParaRPr/>
          </a:p>
        </p:txBody>
      </p:sp>
      <p:sp>
        <p:nvSpPr>
          <p:cNvPr id="1633" name="Google Shape;1633;p46"/>
          <p:cNvSpPr txBox="1">
            <a:spLocks noGrp="1"/>
          </p:cNvSpPr>
          <p:nvPr>
            <p:ph type="subTitle" idx="3"/>
          </p:nvPr>
        </p:nvSpPr>
        <p:spPr>
          <a:xfrm>
            <a:off x="331013" y="1626898"/>
            <a:ext cx="4240987" cy="162074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El lenguaje de programación más usado para esta biblioteca y el que utilizaremos en esta presentación es Python debido a su simplicidad y la gran cantidad de librerías compatibles con el procesamiento de imágenes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6480592" cy="66164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 dirty="0">
                <a:latin typeface="Montserrat Medium"/>
                <a:ea typeface="Montserrat Medium"/>
                <a:cs typeface="Montserrat Medium"/>
                <a:sym typeface="Montserrat Medium"/>
              </a:rPr>
              <a:t>Entorno </a:t>
            </a:r>
            <a:r>
              <a:rPr lang="es-MX" dirty="0">
                <a:latin typeface="Montserrat Medium"/>
                <a:ea typeface="Montserrat Medium"/>
                <a:cs typeface="Montserrat Medium"/>
                <a:sym typeface="Montserrat Medium"/>
              </a:rPr>
              <a:t>virtual</a:t>
            </a:r>
            <a:endParaRPr dirty="0"/>
          </a:p>
        </p:txBody>
      </p:sp>
      <p:sp>
        <p:nvSpPr>
          <p:cNvPr id="1074" name="Google Shape;1074;p32"/>
          <p:cNvSpPr txBox="1">
            <a:spLocks noGrp="1"/>
          </p:cNvSpPr>
          <p:nvPr>
            <p:ph type="subTitle" idx="1"/>
          </p:nvPr>
        </p:nvSpPr>
        <p:spPr>
          <a:xfrm>
            <a:off x="782850" y="1986342"/>
            <a:ext cx="6480592" cy="260667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Abrir la terminal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Navegar a la carpeta donde se creará el proyecto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Crear el entorno virtual con el siguiente comando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dirty="0" err="1"/>
              <a:t>python</a:t>
            </a:r>
            <a:r>
              <a:rPr lang="es-MX" sz="1800" dirty="0"/>
              <a:t> -m </a:t>
            </a:r>
            <a:r>
              <a:rPr lang="es-MX" sz="1800" dirty="0" err="1"/>
              <a:t>venv</a:t>
            </a:r>
            <a:r>
              <a:rPr lang="es-MX" sz="1800" dirty="0"/>
              <a:t> ENTORNO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Activar el entorno virtual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dirty="0"/>
              <a:t>ENTORNO\Scripts\</a:t>
            </a:r>
            <a:r>
              <a:rPr lang="es-MX" sz="1800" dirty="0" err="1"/>
              <a:t>activate</a:t>
            </a:r>
            <a:endParaRPr lang="es-MX" sz="1800" dirty="0"/>
          </a:p>
        </p:txBody>
      </p:sp>
      <p:grpSp>
        <p:nvGrpSpPr>
          <p:cNvPr id="1076" name="Google Shape;1076;p32"/>
          <p:cNvGrpSpPr/>
          <p:nvPr/>
        </p:nvGrpSpPr>
        <p:grpSpPr>
          <a:xfrm rot="10800000">
            <a:off x="5132209" y="3796835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3" name="Google Shape;1103;p32"/>
          <p:cNvGrpSpPr/>
          <p:nvPr/>
        </p:nvGrpSpPr>
        <p:grpSpPr>
          <a:xfrm>
            <a:off x="480521" y="1624576"/>
            <a:ext cx="3011003" cy="192185"/>
            <a:chOff x="4873322" y="2177404"/>
            <a:chExt cx="3011003" cy="192185"/>
          </a:xfrm>
        </p:grpSpPr>
        <p:sp>
          <p:nvSpPr>
            <p:cNvPr id="1104" name="Google Shape;1104;p32"/>
            <p:cNvSpPr/>
            <p:nvPr/>
          </p:nvSpPr>
          <p:spPr>
            <a:xfrm rot="-2700000" flipH="1">
              <a:off x="6184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5" name="Google Shape;1105;p32"/>
            <p:cNvCxnSpPr>
              <a:stCxn id="1106" idx="6"/>
              <a:endCxn id="1107" idx="2"/>
            </p:cNvCxnSpPr>
            <p:nvPr/>
          </p:nvCxnSpPr>
          <p:spPr>
            <a:xfrm rot="10800000">
              <a:off x="4930225" y="2272525"/>
              <a:ext cx="2897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32"/>
            <p:cNvSpPr/>
            <p:nvPr/>
          </p:nvSpPr>
          <p:spPr>
            <a:xfrm flipH="1">
              <a:off x="487332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/>
            <p:cNvSpPr/>
            <p:nvPr/>
          </p:nvSpPr>
          <p:spPr>
            <a:xfrm flipH="1">
              <a:off x="7827325" y="2244025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AFD48F07-02C1-9D0A-B43A-A4E8AF23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>
            <a:extLst>
              <a:ext uri="{FF2B5EF4-FFF2-40B4-BE49-F238E27FC236}">
                <a16:creationId xmlns:a16="http://schemas.microsoft.com/office/drawing/2014/main" id="{DA79C79E-3EA1-F838-1916-4D55CB86C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4618900" cy="66164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 dirty="0">
                <a:latin typeface="Montserrat Medium"/>
                <a:ea typeface="Montserrat Medium"/>
                <a:cs typeface="Montserrat Medium"/>
                <a:sym typeface="Montserrat Medium"/>
              </a:rPr>
              <a:t>Instalar </a:t>
            </a:r>
            <a:r>
              <a:rPr lang="es-MX" dirty="0">
                <a:latin typeface="Montserrat Medium"/>
                <a:ea typeface="Montserrat Medium"/>
                <a:cs typeface="Montserrat Medium"/>
                <a:sym typeface="Montserrat Medium"/>
              </a:rPr>
              <a:t>OpenCV</a:t>
            </a:r>
            <a:endParaRPr dirty="0"/>
          </a:p>
        </p:txBody>
      </p:sp>
      <p:sp>
        <p:nvSpPr>
          <p:cNvPr id="1074" name="Google Shape;1074;p32">
            <a:extLst>
              <a:ext uri="{FF2B5EF4-FFF2-40B4-BE49-F238E27FC236}">
                <a16:creationId xmlns:a16="http://schemas.microsoft.com/office/drawing/2014/main" id="{0E62E345-B52B-1D1A-2FDF-1527D2C8E2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2850" y="1986342"/>
            <a:ext cx="6480592" cy="260667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Escribir dentro del entorno virtual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dirty="0" err="1"/>
              <a:t>pip</a:t>
            </a:r>
            <a:r>
              <a:rPr lang="es-MX" sz="1800" dirty="0"/>
              <a:t> </a:t>
            </a:r>
            <a:r>
              <a:rPr lang="es-MX" sz="1800" dirty="0" err="1"/>
              <a:t>install</a:t>
            </a:r>
            <a:r>
              <a:rPr lang="es-MX" sz="1800" dirty="0"/>
              <a:t> opencv-</a:t>
            </a:r>
            <a:r>
              <a:rPr lang="es-MX" sz="1800" dirty="0" err="1"/>
              <a:t>contrib</a:t>
            </a:r>
            <a:r>
              <a:rPr lang="es-MX" sz="1800" dirty="0"/>
              <a:t>-Python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Verificar la </a:t>
            </a:r>
            <a:r>
              <a:rPr lang="es-MX" dirty="0" err="1"/>
              <a:t>instalacion</a:t>
            </a:r>
            <a:r>
              <a:rPr lang="es-MX" dirty="0"/>
              <a:t> en la terminal con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dirty="0" err="1"/>
              <a:t>import</a:t>
            </a:r>
            <a:r>
              <a:rPr lang="es-MX" sz="1800" dirty="0"/>
              <a:t> cv2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800" dirty="0" err="1"/>
              <a:t>print</a:t>
            </a:r>
            <a:r>
              <a:rPr lang="es-MX" sz="1800" dirty="0"/>
              <a:t>(cv2.__version__)</a:t>
            </a:r>
          </a:p>
        </p:txBody>
      </p:sp>
      <p:grpSp>
        <p:nvGrpSpPr>
          <p:cNvPr id="1076" name="Google Shape;1076;p32">
            <a:extLst>
              <a:ext uri="{FF2B5EF4-FFF2-40B4-BE49-F238E27FC236}">
                <a16:creationId xmlns:a16="http://schemas.microsoft.com/office/drawing/2014/main" id="{8938FD1D-E663-E0BD-5F5D-6E52A415E9F6}"/>
              </a:ext>
            </a:extLst>
          </p:cNvPr>
          <p:cNvGrpSpPr/>
          <p:nvPr/>
        </p:nvGrpSpPr>
        <p:grpSpPr>
          <a:xfrm rot="10800000">
            <a:off x="5132209" y="3796835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>
              <a:extLst>
                <a:ext uri="{FF2B5EF4-FFF2-40B4-BE49-F238E27FC236}">
                  <a16:creationId xmlns:a16="http://schemas.microsoft.com/office/drawing/2014/main" id="{E2CD095E-646A-1FD6-6042-DFC55697B49D}"/>
                </a:ext>
              </a:extLst>
            </p:cNvPr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>
              <a:extLst>
                <a:ext uri="{FF2B5EF4-FFF2-40B4-BE49-F238E27FC236}">
                  <a16:creationId xmlns:a16="http://schemas.microsoft.com/office/drawing/2014/main" id="{7D54CEAD-21D6-CF0E-3D81-3AF5FD02405D}"/>
                </a:ext>
              </a:extLst>
            </p:cNvPr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>
              <a:extLst>
                <a:ext uri="{FF2B5EF4-FFF2-40B4-BE49-F238E27FC236}">
                  <a16:creationId xmlns:a16="http://schemas.microsoft.com/office/drawing/2014/main" id="{C95BAE51-9B63-3AF3-8277-061F117EC4E1}"/>
                </a:ext>
              </a:extLst>
            </p:cNvPr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>
              <a:extLst>
                <a:ext uri="{FF2B5EF4-FFF2-40B4-BE49-F238E27FC236}">
                  <a16:creationId xmlns:a16="http://schemas.microsoft.com/office/drawing/2014/main" id="{F75DB42C-AA6D-5D32-CA2B-36CC52054F21}"/>
                </a:ext>
              </a:extLst>
            </p:cNvPr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>
              <a:extLst>
                <a:ext uri="{FF2B5EF4-FFF2-40B4-BE49-F238E27FC236}">
                  <a16:creationId xmlns:a16="http://schemas.microsoft.com/office/drawing/2014/main" id="{8BE34803-EB11-94A6-B12C-85F125EFE41E}"/>
                </a:ext>
              </a:extLst>
            </p:cNvPr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>
              <a:extLst>
                <a:ext uri="{FF2B5EF4-FFF2-40B4-BE49-F238E27FC236}">
                  <a16:creationId xmlns:a16="http://schemas.microsoft.com/office/drawing/2014/main" id="{33AC5A3E-7ED0-EAFE-D621-7A762D156153}"/>
                </a:ext>
              </a:extLst>
            </p:cNvPr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>
              <a:extLst>
                <a:ext uri="{FF2B5EF4-FFF2-40B4-BE49-F238E27FC236}">
                  <a16:creationId xmlns:a16="http://schemas.microsoft.com/office/drawing/2014/main" id="{EA55F6EE-542B-D001-7185-78928A18B366}"/>
                </a:ext>
              </a:extLst>
            </p:cNvPr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>
              <a:extLst>
                <a:ext uri="{FF2B5EF4-FFF2-40B4-BE49-F238E27FC236}">
                  <a16:creationId xmlns:a16="http://schemas.microsoft.com/office/drawing/2014/main" id="{E65D1C33-C700-37B7-9CBF-917D912A4AB8}"/>
                </a:ext>
              </a:extLst>
            </p:cNvPr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>
              <a:extLst>
                <a:ext uri="{FF2B5EF4-FFF2-40B4-BE49-F238E27FC236}">
                  <a16:creationId xmlns:a16="http://schemas.microsoft.com/office/drawing/2014/main" id="{F16B0C5E-431C-03C1-6FD8-8ADA124090D4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>
              <a:extLst>
                <a:ext uri="{FF2B5EF4-FFF2-40B4-BE49-F238E27FC236}">
                  <a16:creationId xmlns:a16="http://schemas.microsoft.com/office/drawing/2014/main" id="{808C54B2-222C-FE59-F00E-FD19ED31FDBC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>
              <a:extLst>
                <a:ext uri="{FF2B5EF4-FFF2-40B4-BE49-F238E27FC236}">
                  <a16:creationId xmlns:a16="http://schemas.microsoft.com/office/drawing/2014/main" id="{898C1020-0DE5-B167-FCEC-1CCCD6D52F94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>
              <a:extLst>
                <a:ext uri="{FF2B5EF4-FFF2-40B4-BE49-F238E27FC236}">
                  <a16:creationId xmlns:a16="http://schemas.microsoft.com/office/drawing/2014/main" id="{A1715FFF-EA9A-5751-6B53-0FEE75154512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>
              <a:extLst>
                <a:ext uri="{FF2B5EF4-FFF2-40B4-BE49-F238E27FC236}">
                  <a16:creationId xmlns:a16="http://schemas.microsoft.com/office/drawing/2014/main" id="{187624C1-ED16-9E77-077F-3CD4E477F26C}"/>
                </a:ext>
              </a:extLst>
            </p:cNvPr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>
              <a:extLst>
                <a:ext uri="{FF2B5EF4-FFF2-40B4-BE49-F238E27FC236}">
                  <a16:creationId xmlns:a16="http://schemas.microsoft.com/office/drawing/2014/main" id="{B9E584E9-155E-9886-760C-120494284129}"/>
                </a:ext>
              </a:extLst>
            </p:cNvPr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>
              <a:extLst>
                <a:ext uri="{FF2B5EF4-FFF2-40B4-BE49-F238E27FC236}">
                  <a16:creationId xmlns:a16="http://schemas.microsoft.com/office/drawing/2014/main" id="{D3737C86-CD79-F46F-4540-A97188B056C3}"/>
                </a:ext>
              </a:extLst>
            </p:cNvPr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>
              <a:extLst>
                <a:ext uri="{FF2B5EF4-FFF2-40B4-BE49-F238E27FC236}">
                  <a16:creationId xmlns:a16="http://schemas.microsoft.com/office/drawing/2014/main" id="{E7FCCD67-0F61-8242-3B0A-4ECCE5773CA4}"/>
                </a:ext>
              </a:extLst>
            </p:cNvPr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3" name="Google Shape;1093;p32">
              <a:extLst>
                <a:ext uri="{FF2B5EF4-FFF2-40B4-BE49-F238E27FC236}">
                  <a16:creationId xmlns:a16="http://schemas.microsoft.com/office/drawing/2014/main" id="{A6824ECF-476C-CB61-9879-48731E3A1B76}"/>
                </a:ext>
              </a:extLst>
            </p:cNvPr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>
              <a:extLst>
                <a:ext uri="{FF2B5EF4-FFF2-40B4-BE49-F238E27FC236}">
                  <a16:creationId xmlns:a16="http://schemas.microsoft.com/office/drawing/2014/main" id="{9F863E5E-E53F-72EE-A50A-2BABFF8430C2}"/>
                </a:ext>
              </a:extLst>
            </p:cNvPr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>
              <a:extLst>
                <a:ext uri="{FF2B5EF4-FFF2-40B4-BE49-F238E27FC236}">
                  <a16:creationId xmlns:a16="http://schemas.microsoft.com/office/drawing/2014/main" id="{31494CA9-3FE1-4D47-B38B-3CB9A3C63BC2}"/>
                </a:ext>
              </a:extLst>
            </p:cNvPr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>
            <a:extLst>
              <a:ext uri="{FF2B5EF4-FFF2-40B4-BE49-F238E27FC236}">
                <a16:creationId xmlns:a16="http://schemas.microsoft.com/office/drawing/2014/main" id="{30E1C449-9A60-2D15-9C1C-CF5DEF597C79}"/>
              </a:ext>
            </a:extLst>
          </p:cNvPr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>
              <a:extLst>
                <a:ext uri="{FF2B5EF4-FFF2-40B4-BE49-F238E27FC236}">
                  <a16:creationId xmlns:a16="http://schemas.microsoft.com/office/drawing/2014/main" id="{B584B033-32E0-F256-CFAA-30AB97C9A102}"/>
                </a:ext>
              </a:extLst>
            </p:cNvPr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>
                <a:extLst>
                  <a:ext uri="{FF2B5EF4-FFF2-40B4-BE49-F238E27FC236}">
                    <a16:creationId xmlns:a16="http://schemas.microsoft.com/office/drawing/2014/main" id="{46824971-7C24-FD37-E5B4-EC40CD4BDE8D}"/>
                  </a:ext>
                </a:extLst>
              </p:cNvPr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>
                <a:extLst>
                  <a:ext uri="{FF2B5EF4-FFF2-40B4-BE49-F238E27FC236}">
                    <a16:creationId xmlns:a16="http://schemas.microsoft.com/office/drawing/2014/main" id="{C0507AFD-68D2-B81F-4D7F-E2AAAC52A44F}"/>
                  </a:ext>
                </a:extLst>
              </p:cNvPr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>
              <a:extLst>
                <a:ext uri="{FF2B5EF4-FFF2-40B4-BE49-F238E27FC236}">
                  <a16:creationId xmlns:a16="http://schemas.microsoft.com/office/drawing/2014/main" id="{E2EC8BA5-2573-195A-AAFA-56D812006EE2}"/>
                </a:ext>
              </a:extLst>
            </p:cNvPr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>
                <a:extLst>
                  <a:ext uri="{FF2B5EF4-FFF2-40B4-BE49-F238E27FC236}">
                    <a16:creationId xmlns:a16="http://schemas.microsoft.com/office/drawing/2014/main" id="{F19633FD-36B1-C90E-A498-FC4A46E6749B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>
                <a:extLst>
                  <a:ext uri="{FF2B5EF4-FFF2-40B4-BE49-F238E27FC236}">
                    <a16:creationId xmlns:a16="http://schemas.microsoft.com/office/drawing/2014/main" id="{DB5BD9C3-E7F6-694D-4A05-275533405596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3" name="Google Shape;1103;p32">
            <a:extLst>
              <a:ext uri="{FF2B5EF4-FFF2-40B4-BE49-F238E27FC236}">
                <a16:creationId xmlns:a16="http://schemas.microsoft.com/office/drawing/2014/main" id="{04CCC8CD-6CF3-DE2A-47D1-32B5A3E53FD5}"/>
              </a:ext>
            </a:extLst>
          </p:cNvPr>
          <p:cNvGrpSpPr/>
          <p:nvPr/>
        </p:nvGrpSpPr>
        <p:grpSpPr>
          <a:xfrm>
            <a:off x="480521" y="1624576"/>
            <a:ext cx="3011003" cy="192185"/>
            <a:chOff x="4873322" y="2177404"/>
            <a:chExt cx="3011003" cy="192185"/>
          </a:xfrm>
        </p:grpSpPr>
        <p:sp>
          <p:nvSpPr>
            <p:cNvPr id="1104" name="Google Shape;1104;p32">
              <a:extLst>
                <a:ext uri="{FF2B5EF4-FFF2-40B4-BE49-F238E27FC236}">
                  <a16:creationId xmlns:a16="http://schemas.microsoft.com/office/drawing/2014/main" id="{4FE1EA0D-2B1A-5B17-E762-825BD0D1D412}"/>
                </a:ext>
              </a:extLst>
            </p:cNvPr>
            <p:cNvSpPr/>
            <p:nvPr/>
          </p:nvSpPr>
          <p:spPr>
            <a:xfrm rot="-2700000" flipH="1">
              <a:off x="6184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5" name="Google Shape;1105;p32">
              <a:extLst>
                <a:ext uri="{FF2B5EF4-FFF2-40B4-BE49-F238E27FC236}">
                  <a16:creationId xmlns:a16="http://schemas.microsoft.com/office/drawing/2014/main" id="{A4150938-4120-E08B-2637-D65B8F3AB326}"/>
                </a:ext>
              </a:extLst>
            </p:cNvPr>
            <p:cNvCxnSpPr>
              <a:stCxn id="1106" idx="6"/>
              <a:endCxn id="1107" idx="2"/>
            </p:cNvCxnSpPr>
            <p:nvPr/>
          </p:nvCxnSpPr>
          <p:spPr>
            <a:xfrm rot="10800000">
              <a:off x="4930225" y="2272525"/>
              <a:ext cx="2897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32">
              <a:extLst>
                <a:ext uri="{FF2B5EF4-FFF2-40B4-BE49-F238E27FC236}">
                  <a16:creationId xmlns:a16="http://schemas.microsoft.com/office/drawing/2014/main" id="{2CB53B0D-658F-7F24-9292-7177134A96C3}"/>
                </a:ext>
              </a:extLst>
            </p:cNvPr>
            <p:cNvSpPr/>
            <p:nvPr/>
          </p:nvSpPr>
          <p:spPr>
            <a:xfrm flipH="1">
              <a:off x="487332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>
              <a:extLst>
                <a:ext uri="{FF2B5EF4-FFF2-40B4-BE49-F238E27FC236}">
                  <a16:creationId xmlns:a16="http://schemas.microsoft.com/office/drawing/2014/main" id="{45EE2D72-4F1A-0E53-6D9C-B7A8F46D3967}"/>
                </a:ext>
              </a:extLst>
            </p:cNvPr>
            <p:cNvSpPr/>
            <p:nvPr/>
          </p:nvSpPr>
          <p:spPr>
            <a:xfrm flipH="1">
              <a:off x="7827325" y="2244025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610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>
          <a:extLst>
            <a:ext uri="{FF2B5EF4-FFF2-40B4-BE49-F238E27FC236}">
              <a16:creationId xmlns:a16="http://schemas.microsoft.com/office/drawing/2014/main" id="{68C42AD6-1284-057C-879E-8797BE2D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37">
            <a:extLst>
              <a:ext uri="{FF2B5EF4-FFF2-40B4-BE49-F238E27FC236}">
                <a16:creationId xmlns:a16="http://schemas.microsoft.com/office/drawing/2014/main" id="{E62A9669-106E-0EA5-AD7D-D978A1EA1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2976" y="2669335"/>
            <a:ext cx="5152196" cy="128976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285750" indent="-285750" algn="just"/>
            <a:r>
              <a:rPr lang="es-MX" dirty="0"/>
              <a:t>Leer y mostrar imágenes</a:t>
            </a:r>
          </a:p>
          <a:p>
            <a:pPr marL="285750" indent="-285750" algn="just"/>
            <a:endParaRPr lang="es-MX" dirty="0"/>
          </a:p>
          <a:p>
            <a:pPr marL="285750" indent="-285750" algn="just"/>
            <a:r>
              <a:rPr lang="es-MX" dirty="0"/>
              <a:t>Procesamiento básico ( Escalado y rotación )</a:t>
            </a:r>
          </a:p>
        </p:txBody>
      </p:sp>
      <p:sp>
        <p:nvSpPr>
          <p:cNvPr id="1265" name="Google Shape;1265;p37">
            <a:extLst>
              <a:ext uri="{FF2B5EF4-FFF2-40B4-BE49-F238E27FC236}">
                <a16:creationId xmlns:a16="http://schemas.microsoft.com/office/drawing/2014/main" id="{9D358439-E69D-A283-6E80-5DA9F49E9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8261" y="1021995"/>
            <a:ext cx="3931943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Funciones Básicas:</a:t>
            </a:r>
            <a:endParaRPr dirty="0"/>
          </a:p>
        </p:txBody>
      </p:sp>
      <p:grpSp>
        <p:nvGrpSpPr>
          <p:cNvPr id="1266" name="Google Shape;1266;p37">
            <a:extLst>
              <a:ext uri="{FF2B5EF4-FFF2-40B4-BE49-F238E27FC236}">
                <a16:creationId xmlns:a16="http://schemas.microsoft.com/office/drawing/2014/main" id="{5B361FB4-A62B-01F3-901C-19EF860C3C25}"/>
              </a:ext>
            </a:extLst>
          </p:cNvPr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67" name="Google Shape;1267;p37">
              <a:extLst>
                <a:ext uri="{FF2B5EF4-FFF2-40B4-BE49-F238E27FC236}">
                  <a16:creationId xmlns:a16="http://schemas.microsoft.com/office/drawing/2014/main" id="{27042899-71C7-BDBB-264F-B9EBAB7C87C6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7">
              <a:extLst>
                <a:ext uri="{FF2B5EF4-FFF2-40B4-BE49-F238E27FC236}">
                  <a16:creationId xmlns:a16="http://schemas.microsoft.com/office/drawing/2014/main" id="{08450931-1C85-BC7E-00B2-A827E87C6248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7">
              <a:extLst>
                <a:ext uri="{FF2B5EF4-FFF2-40B4-BE49-F238E27FC236}">
                  <a16:creationId xmlns:a16="http://schemas.microsoft.com/office/drawing/2014/main" id="{183EA8A2-6B72-E259-977A-0BEABE47CF9C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7">
              <a:extLst>
                <a:ext uri="{FF2B5EF4-FFF2-40B4-BE49-F238E27FC236}">
                  <a16:creationId xmlns:a16="http://schemas.microsoft.com/office/drawing/2014/main" id="{1D79066A-1F1E-2D17-D45B-8565568EFCF4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7">
              <a:extLst>
                <a:ext uri="{FF2B5EF4-FFF2-40B4-BE49-F238E27FC236}">
                  <a16:creationId xmlns:a16="http://schemas.microsoft.com/office/drawing/2014/main" id="{86675320-4780-6089-60E0-BF865F561415}"/>
                </a:ext>
              </a:extLst>
            </p:cNvPr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7">
              <a:extLst>
                <a:ext uri="{FF2B5EF4-FFF2-40B4-BE49-F238E27FC236}">
                  <a16:creationId xmlns:a16="http://schemas.microsoft.com/office/drawing/2014/main" id="{3CE4D589-6640-24A2-A23F-36EE0875D902}"/>
                </a:ext>
              </a:extLst>
            </p:cNvPr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>
              <a:extLst>
                <a:ext uri="{FF2B5EF4-FFF2-40B4-BE49-F238E27FC236}">
                  <a16:creationId xmlns:a16="http://schemas.microsoft.com/office/drawing/2014/main" id="{B18B01CF-8CA8-BE6D-90A0-4DE69A5E3ECF}"/>
                </a:ext>
              </a:extLst>
            </p:cNvPr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37">
            <a:extLst>
              <a:ext uri="{FF2B5EF4-FFF2-40B4-BE49-F238E27FC236}">
                <a16:creationId xmlns:a16="http://schemas.microsoft.com/office/drawing/2014/main" id="{A7CBF3DF-E3F5-0968-E45C-88EADC93D951}"/>
              </a:ext>
            </a:extLst>
          </p:cNvPr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275" name="Google Shape;1275;p37">
              <a:extLst>
                <a:ext uri="{FF2B5EF4-FFF2-40B4-BE49-F238E27FC236}">
                  <a16:creationId xmlns:a16="http://schemas.microsoft.com/office/drawing/2014/main" id="{7D64319C-D344-9912-CC70-11F489EA2F0C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7">
              <a:extLst>
                <a:ext uri="{FF2B5EF4-FFF2-40B4-BE49-F238E27FC236}">
                  <a16:creationId xmlns:a16="http://schemas.microsoft.com/office/drawing/2014/main" id="{D74753A8-D196-AE8F-6F40-FEA56B806364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7">
              <a:extLst>
                <a:ext uri="{FF2B5EF4-FFF2-40B4-BE49-F238E27FC236}">
                  <a16:creationId xmlns:a16="http://schemas.microsoft.com/office/drawing/2014/main" id="{C11E5463-B72E-65C7-0184-F603B0FB0382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7">
              <a:extLst>
                <a:ext uri="{FF2B5EF4-FFF2-40B4-BE49-F238E27FC236}">
                  <a16:creationId xmlns:a16="http://schemas.microsoft.com/office/drawing/2014/main" id="{2A2A8DE3-638A-08AA-0B27-7B2DAA28CE3E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7">
              <a:extLst>
                <a:ext uri="{FF2B5EF4-FFF2-40B4-BE49-F238E27FC236}">
                  <a16:creationId xmlns:a16="http://schemas.microsoft.com/office/drawing/2014/main" id="{F2FCAD85-CA1D-0921-477B-6B71718F6EF7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7">
              <a:extLst>
                <a:ext uri="{FF2B5EF4-FFF2-40B4-BE49-F238E27FC236}">
                  <a16:creationId xmlns:a16="http://schemas.microsoft.com/office/drawing/2014/main" id="{8EC07ACA-CCA1-1DC3-8008-B885192BCB68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7">
              <a:extLst>
                <a:ext uri="{FF2B5EF4-FFF2-40B4-BE49-F238E27FC236}">
                  <a16:creationId xmlns:a16="http://schemas.microsoft.com/office/drawing/2014/main" id="{2020BA85-8A71-66AC-A6C2-05B2A116E94F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7">
              <a:extLst>
                <a:ext uri="{FF2B5EF4-FFF2-40B4-BE49-F238E27FC236}">
                  <a16:creationId xmlns:a16="http://schemas.microsoft.com/office/drawing/2014/main" id="{1078D9AB-B6C9-454A-2073-E44BECEFEBF3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7">
              <a:extLst>
                <a:ext uri="{FF2B5EF4-FFF2-40B4-BE49-F238E27FC236}">
                  <a16:creationId xmlns:a16="http://schemas.microsoft.com/office/drawing/2014/main" id="{93346950-AE59-08DF-3C08-AEBF40FA81C8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7">
              <a:extLst>
                <a:ext uri="{FF2B5EF4-FFF2-40B4-BE49-F238E27FC236}">
                  <a16:creationId xmlns:a16="http://schemas.microsoft.com/office/drawing/2014/main" id="{B8CD1AC9-70FA-AF4D-1C7C-F483C0479FB2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7">
              <a:extLst>
                <a:ext uri="{FF2B5EF4-FFF2-40B4-BE49-F238E27FC236}">
                  <a16:creationId xmlns:a16="http://schemas.microsoft.com/office/drawing/2014/main" id="{06F3A657-E60B-8761-5D19-018043F6540A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7">
              <a:extLst>
                <a:ext uri="{FF2B5EF4-FFF2-40B4-BE49-F238E27FC236}">
                  <a16:creationId xmlns:a16="http://schemas.microsoft.com/office/drawing/2014/main" id="{814B7C88-145E-D5E1-B51A-A206D5DE7DC2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7">
              <a:extLst>
                <a:ext uri="{FF2B5EF4-FFF2-40B4-BE49-F238E27FC236}">
                  <a16:creationId xmlns:a16="http://schemas.microsoft.com/office/drawing/2014/main" id="{D5415D38-921E-A413-42A0-6449B949A322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7">
              <a:extLst>
                <a:ext uri="{FF2B5EF4-FFF2-40B4-BE49-F238E27FC236}">
                  <a16:creationId xmlns:a16="http://schemas.microsoft.com/office/drawing/2014/main" id="{0B5A0AC6-320E-270A-3AB8-E34EAD31DA82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7">
              <a:extLst>
                <a:ext uri="{FF2B5EF4-FFF2-40B4-BE49-F238E27FC236}">
                  <a16:creationId xmlns:a16="http://schemas.microsoft.com/office/drawing/2014/main" id="{2BA435A7-A6A4-9544-FCD5-4E8C5F9BC62D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7">
              <a:extLst>
                <a:ext uri="{FF2B5EF4-FFF2-40B4-BE49-F238E27FC236}">
                  <a16:creationId xmlns:a16="http://schemas.microsoft.com/office/drawing/2014/main" id="{967369D2-BD1E-0BA5-0B35-4879E3EE6C77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>
              <a:extLst>
                <a:ext uri="{FF2B5EF4-FFF2-40B4-BE49-F238E27FC236}">
                  <a16:creationId xmlns:a16="http://schemas.microsoft.com/office/drawing/2014/main" id="{B509D19E-B915-DDA7-14CF-DAF5A3E3C0D4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7">
              <a:extLst>
                <a:ext uri="{FF2B5EF4-FFF2-40B4-BE49-F238E27FC236}">
                  <a16:creationId xmlns:a16="http://schemas.microsoft.com/office/drawing/2014/main" id="{99F489D4-404A-9E9C-6BA6-AFF6B54DE5E9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7">
              <a:extLst>
                <a:ext uri="{FF2B5EF4-FFF2-40B4-BE49-F238E27FC236}">
                  <a16:creationId xmlns:a16="http://schemas.microsoft.com/office/drawing/2014/main" id="{7F6351E7-56CE-0A41-68A4-7D61FF4861C0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>
              <a:extLst>
                <a:ext uri="{FF2B5EF4-FFF2-40B4-BE49-F238E27FC236}">
                  <a16:creationId xmlns:a16="http://schemas.microsoft.com/office/drawing/2014/main" id="{07EA2FF5-B074-DBC9-7EFE-8E2169CB26EA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7">
              <a:extLst>
                <a:ext uri="{FF2B5EF4-FFF2-40B4-BE49-F238E27FC236}">
                  <a16:creationId xmlns:a16="http://schemas.microsoft.com/office/drawing/2014/main" id="{00975942-E656-7513-9A32-7A3A10F01995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7">
              <a:extLst>
                <a:ext uri="{FF2B5EF4-FFF2-40B4-BE49-F238E27FC236}">
                  <a16:creationId xmlns:a16="http://schemas.microsoft.com/office/drawing/2014/main" id="{43F29DB2-DC86-6142-09E4-EF556FE068DE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>
              <a:extLst>
                <a:ext uri="{FF2B5EF4-FFF2-40B4-BE49-F238E27FC236}">
                  <a16:creationId xmlns:a16="http://schemas.microsoft.com/office/drawing/2014/main" id="{C3B3DCA4-A8DF-4738-B92A-966996C51723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7">
              <a:extLst>
                <a:ext uri="{FF2B5EF4-FFF2-40B4-BE49-F238E27FC236}">
                  <a16:creationId xmlns:a16="http://schemas.microsoft.com/office/drawing/2014/main" id="{CBA85387-4BB6-2E1E-3B79-AC474D0F1B3F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7">
              <a:extLst>
                <a:ext uri="{FF2B5EF4-FFF2-40B4-BE49-F238E27FC236}">
                  <a16:creationId xmlns:a16="http://schemas.microsoft.com/office/drawing/2014/main" id="{EBAB89A5-4984-45DB-C4C6-A009D3D04DE5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7">
            <a:extLst>
              <a:ext uri="{FF2B5EF4-FFF2-40B4-BE49-F238E27FC236}">
                <a16:creationId xmlns:a16="http://schemas.microsoft.com/office/drawing/2014/main" id="{FA41FA4D-4EAA-FCCA-5380-5C82AE3F8478}"/>
              </a:ext>
            </a:extLst>
          </p:cNvPr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01" name="Google Shape;1301;p37">
              <a:extLst>
                <a:ext uri="{FF2B5EF4-FFF2-40B4-BE49-F238E27FC236}">
                  <a16:creationId xmlns:a16="http://schemas.microsoft.com/office/drawing/2014/main" id="{37B03369-3D30-B97F-C4D1-DEDADD95F629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02" name="Google Shape;1302;p37">
                <a:extLst>
                  <a:ext uri="{FF2B5EF4-FFF2-40B4-BE49-F238E27FC236}">
                    <a16:creationId xmlns:a16="http://schemas.microsoft.com/office/drawing/2014/main" id="{C2B4845A-44AF-408D-2D1D-7621E45BBF49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>
                <a:extLst>
                  <a:ext uri="{FF2B5EF4-FFF2-40B4-BE49-F238E27FC236}">
                    <a16:creationId xmlns:a16="http://schemas.microsoft.com/office/drawing/2014/main" id="{0078D521-165E-BCD6-7C55-87E78267E0E6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7">
              <a:extLst>
                <a:ext uri="{FF2B5EF4-FFF2-40B4-BE49-F238E27FC236}">
                  <a16:creationId xmlns:a16="http://schemas.microsoft.com/office/drawing/2014/main" id="{AD394AF9-4E4C-4123-CA64-8E9674CFABFD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5" name="Google Shape;1305;p37">
                <a:extLst>
                  <a:ext uri="{FF2B5EF4-FFF2-40B4-BE49-F238E27FC236}">
                    <a16:creationId xmlns:a16="http://schemas.microsoft.com/office/drawing/2014/main" id="{1E0DD571-1B48-BEA8-D5F1-4D23420C0E4B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>
                <a:extLst>
                  <a:ext uri="{FF2B5EF4-FFF2-40B4-BE49-F238E27FC236}">
                    <a16:creationId xmlns:a16="http://schemas.microsoft.com/office/drawing/2014/main" id="{F70332E0-73C9-F5AF-576E-C76E90D95CDB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>
                <a:extLst>
                  <a:ext uri="{FF2B5EF4-FFF2-40B4-BE49-F238E27FC236}">
                    <a16:creationId xmlns:a16="http://schemas.microsoft.com/office/drawing/2014/main" id="{CF213386-F4CC-B4BF-34E1-6B556B40DF0F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8" name="Google Shape;1308;p37">
            <a:extLst>
              <a:ext uri="{FF2B5EF4-FFF2-40B4-BE49-F238E27FC236}">
                <a16:creationId xmlns:a16="http://schemas.microsoft.com/office/drawing/2014/main" id="{35741519-2BDF-2F86-8064-9318A66A05F2}"/>
              </a:ext>
            </a:extLst>
          </p:cNvPr>
          <p:cNvGrpSpPr/>
          <p:nvPr/>
        </p:nvGrpSpPr>
        <p:grpSpPr>
          <a:xfrm>
            <a:off x="2923597" y="1611383"/>
            <a:ext cx="3407100" cy="192184"/>
            <a:chOff x="1512197" y="1069304"/>
            <a:chExt cx="3407100" cy="192184"/>
          </a:xfrm>
        </p:grpSpPr>
        <p:grpSp>
          <p:nvGrpSpPr>
            <p:cNvPr id="1309" name="Google Shape;1309;p37">
              <a:extLst>
                <a:ext uri="{FF2B5EF4-FFF2-40B4-BE49-F238E27FC236}">
                  <a16:creationId xmlns:a16="http://schemas.microsoft.com/office/drawing/2014/main" id="{26C1DBDE-A61E-695E-3499-CC540239E91B}"/>
                </a:ext>
              </a:extLst>
            </p:cNvPr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10" name="Google Shape;1310;p37">
                <a:extLst>
                  <a:ext uri="{FF2B5EF4-FFF2-40B4-BE49-F238E27FC236}">
                    <a16:creationId xmlns:a16="http://schemas.microsoft.com/office/drawing/2014/main" id="{EFC18261-FDD5-FC7F-0FC2-C2CA5DE0FD49}"/>
                  </a:ext>
                </a:extLst>
              </p:cNvPr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11" name="Google Shape;1311;p37">
                <a:extLst>
                  <a:ext uri="{FF2B5EF4-FFF2-40B4-BE49-F238E27FC236}">
                    <a16:creationId xmlns:a16="http://schemas.microsoft.com/office/drawing/2014/main" id="{BCCCA1E4-66C7-4973-ED6B-D8F2CAA0F554}"/>
                  </a:ext>
                </a:extLst>
              </p:cNvPr>
              <p:cNvCxnSpPr>
                <a:stCxn id="1312" idx="6"/>
                <a:endCxn id="1313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3" name="Google Shape;1313;p37">
                <a:extLst>
                  <a:ext uri="{FF2B5EF4-FFF2-40B4-BE49-F238E27FC236}">
                    <a16:creationId xmlns:a16="http://schemas.microsoft.com/office/drawing/2014/main" id="{7A909407-ABC5-1929-C017-F38A2608796C}"/>
                  </a:ext>
                </a:extLst>
              </p:cNvPr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7">
              <a:extLst>
                <a:ext uri="{FF2B5EF4-FFF2-40B4-BE49-F238E27FC236}">
                  <a16:creationId xmlns:a16="http://schemas.microsoft.com/office/drawing/2014/main" id="{B6D23C0E-B7F8-7639-4841-B33CCD56BC4C}"/>
                </a:ext>
              </a:extLst>
            </p:cNvPr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4683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>
          <a:extLst>
            <a:ext uri="{FF2B5EF4-FFF2-40B4-BE49-F238E27FC236}">
              <a16:creationId xmlns:a16="http://schemas.microsoft.com/office/drawing/2014/main" id="{078D58F5-9F6C-CA9C-15A4-93B8A20A1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>
            <a:extLst>
              <a:ext uri="{FF2B5EF4-FFF2-40B4-BE49-F238E27FC236}">
                <a16:creationId xmlns:a16="http://schemas.microsoft.com/office/drawing/2014/main" id="{BB5A54D4-1E16-C837-708E-73D4D32B0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114" name="Google Shape;1114;p33">
            <a:extLst>
              <a:ext uri="{FF2B5EF4-FFF2-40B4-BE49-F238E27FC236}">
                <a16:creationId xmlns:a16="http://schemas.microsoft.com/office/drawing/2014/main" id="{96E61DEA-FD87-7DFA-6A86-AF01B9B165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111096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Filtros y Transformaciones Detección de Características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Transformaciones Geométricas</a:t>
            </a:r>
            <a:endParaRPr dirty="0"/>
          </a:p>
        </p:txBody>
      </p:sp>
      <p:grpSp>
        <p:nvGrpSpPr>
          <p:cNvPr id="1115" name="Google Shape;1115;p33">
            <a:extLst>
              <a:ext uri="{FF2B5EF4-FFF2-40B4-BE49-F238E27FC236}">
                <a16:creationId xmlns:a16="http://schemas.microsoft.com/office/drawing/2014/main" id="{29A5CA62-C457-246D-6A79-CF84F4F4DB8D}"/>
              </a:ext>
            </a:extLst>
          </p:cNvPr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116" name="Google Shape;1116;p33">
              <a:extLst>
                <a:ext uri="{FF2B5EF4-FFF2-40B4-BE49-F238E27FC236}">
                  <a16:creationId xmlns:a16="http://schemas.microsoft.com/office/drawing/2014/main" id="{ED44861D-E08A-F45F-72E1-95248A623500}"/>
                </a:ext>
              </a:extLst>
            </p:cNvPr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>
              <a:extLst>
                <a:ext uri="{FF2B5EF4-FFF2-40B4-BE49-F238E27FC236}">
                  <a16:creationId xmlns:a16="http://schemas.microsoft.com/office/drawing/2014/main" id="{B0DA36AC-0E72-B5C3-B79A-9F2D5E1D8DA6}"/>
                </a:ext>
              </a:extLst>
            </p:cNvPr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>
              <a:extLst>
                <a:ext uri="{FF2B5EF4-FFF2-40B4-BE49-F238E27FC236}">
                  <a16:creationId xmlns:a16="http://schemas.microsoft.com/office/drawing/2014/main" id="{C335EFEB-3810-B7A0-6644-7BA4580D3A73}"/>
                </a:ext>
              </a:extLst>
            </p:cNvPr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>
              <a:extLst>
                <a:ext uri="{FF2B5EF4-FFF2-40B4-BE49-F238E27FC236}">
                  <a16:creationId xmlns:a16="http://schemas.microsoft.com/office/drawing/2014/main" id="{06A4A295-AA0B-B4CA-3955-2070547698AF}"/>
                </a:ext>
              </a:extLst>
            </p:cNvPr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>
            <a:extLst>
              <a:ext uri="{FF2B5EF4-FFF2-40B4-BE49-F238E27FC236}">
                <a16:creationId xmlns:a16="http://schemas.microsoft.com/office/drawing/2014/main" id="{ACF3DAEA-F402-AFA6-3455-33FF8FD62F29}"/>
              </a:ext>
            </a:extLst>
          </p:cNvPr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>
              <a:extLst>
                <a:ext uri="{FF2B5EF4-FFF2-40B4-BE49-F238E27FC236}">
                  <a16:creationId xmlns:a16="http://schemas.microsoft.com/office/drawing/2014/main" id="{D5167207-4C35-A74D-1479-496AA8A28E69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>
              <a:extLst>
                <a:ext uri="{FF2B5EF4-FFF2-40B4-BE49-F238E27FC236}">
                  <a16:creationId xmlns:a16="http://schemas.microsoft.com/office/drawing/2014/main" id="{EC3081B7-9C98-AFE4-6C6D-4502D2E6887D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>
              <a:extLst>
                <a:ext uri="{FF2B5EF4-FFF2-40B4-BE49-F238E27FC236}">
                  <a16:creationId xmlns:a16="http://schemas.microsoft.com/office/drawing/2014/main" id="{E6152CEE-F760-15A9-8241-64C25ADE63B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>
              <a:extLst>
                <a:ext uri="{FF2B5EF4-FFF2-40B4-BE49-F238E27FC236}">
                  <a16:creationId xmlns:a16="http://schemas.microsoft.com/office/drawing/2014/main" id="{CAA6544A-7CD4-9802-5A21-B3B9DDD0FDD4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>
              <a:extLst>
                <a:ext uri="{FF2B5EF4-FFF2-40B4-BE49-F238E27FC236}">
                  <a16:creationId xmlns:a16="http://schemas.microsoft.com/office/drawing/2014/main" id="{F88A7A4E-74BA-4832-9473-1A71D41B25B6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>
              <a:extLst>
                <a:ext uri="{FF2B5EF4-FFF2-40B4-BE49-F238E27FC236}">
                  <a16:creationId xmlns:a16="http://schemas.microsoft.com/office/drawing/2014/main" id="{20FEC518-E4B5-6B6B-5162-6EAAD3C0088D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>
              <a:extLst>
                <a:ext uri="{FF2B5EF4-FFF2-40B4-BE49-F238E27FC236}">
                  <a16:creationId xmlns:a16="http://schemas.microsoft.com/office/drawing/2014/main" id="{C0E0F55F-0153-155D-7FCC-35DAB5197BD2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>
              <a:extLst>
                <a:ext uri="{FF2B5EF4-FFF2-40B4-BE49-F238E27FC236}">
                  <a16:creationId xmlns:a16="http://schemas.microsoft.com/office/drawing/2014/main" id="{957A8DCA-C04A-18A6-274F-F28ED4F3064E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>
              <a:extLst>
                <a:ext uri="{FF2B5EF4-FFF2-40B4-BE49-F238E27FC236}">
                  <a16:creationId xmlns:a16="http://schemas.microsoft.com/office/drawing/2014/main" id="{4A3E6CC2-AC43-5C5B-D933-A5B98052E015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>
              <a:extLst>
                <a:ext uri="{FF2B5EF4-FFF2-40B4-BE49-F238E27FC236}">
                  <a16:creationId xmlns:a16="http://schemas.microsoft.com/office/drawing/2014/main" id="{A8FC3C02-FCAE-4458-05B7-F235E6CC7E2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>
              <a:extLst>
                <a:ext uri="{FF2B5EF4-FFF2-40B4-BE49-F238E27FC236}">
                  <a16:creationId xmlns:a16="http://schemas.microsoft.com/office/drawing/2014/main" id="{516E3CBB-72FC-98E6-CF69-40D894E3BD38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>
              <a:extLst>
                <a:ext uri="{FF2B5EF4-FFF2-40B4-BE49-F238E27FC236}">
                  <a16:creationId xmlns:a16="http://schemas.microsoft.com/office/drawing/2014/main" id="{47A7B0D0-BC1C-92BD-BD34-C9FC790D3F76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>
              <a:extLst>
                <a:ext uri="{FF2B5EF4-FFF2-40B4-BE49-F238E27FC236}">
                  <a16:creationId xmlns:a16="http://schemas.microsoft.com/office/drawing/2014/main" id="{BEC7EA76-B6C8-2AFD-5FCD-61789544A637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>
              <a:extLst>
                <a:ext uri="{FF2B5EF4-FFF2-40B4-BE49-F238E27FC236}">
                  <a16:creationId xmlns:a16="http://schemas.microsoft.com/office/drawing/2014/main" id="{DED9CFDF-5599-051E-C365-A804A5EF9496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>
              <a:extLst>
                <a:ext uri="{FF2B5EF4-FFF2-40B4-BE49-F238E27FC236}">
                  <a16:creationId xmlns:a16="http://schemas.microsoft.com/office/drawing/2014/main" id="{859A9D83-70B9-A244-B61C-3401D0E4719A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>
              <a:extLst>
                <a:ext uri="{FF2B5EF4-FFF2-40B4-BE49-F238E27FC236}">
                  <a16:creationId xmlns:a16="http://schemas.microsoft.com/office/drawing/2014/main" id="{17049A31-D08B-440E-1133-59FABC04AA9B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>
              <a:extLst>
                <a:ext uri="{FF2B5EF4-FFF2-40B4-BE49-F238E27FC236}">
                  <a16:creationId xmlns:a16="http://schemas.microsoft.com/office/drawing/2014/main" id="{55F990A7-093E-BA8A-027A-EB24C45BBD1F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>
              <a:extLst>
                <a:ext uri="{FF2B5EF4-FFF2-40B4-BE49-F238E27FC236}">
                  <a16:creationId xmlns:a16="http://schemas.microsoft.com/office/drawing/2014/main" id="{2203BE64-4FA4-DD5D-5145-1B7D44371FAA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>
              <a:extLst>
                <a:ext uri="{FF2B5EF4-FFF2-40B4-BE49-F238E27FC236}">
                  <a16:creationId xmlns:a16="http://schemas.microsoft.com/office/drawing/2014/main" id="{E8B3F30F-85D7-3E4C-96CE-8D993AC05C91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>
              <a:extLst>
                <a:ext uri="{FF2B5EF4-FFF2-40B4-BE49-F238E27FC236}">
                  <a16:creationId xmlns:a16="http://schemas.microsoft.com/office/drawing/2014/main" id="{BD4B0D70-5786-4578-D3D1-3E373BE3013D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>
              <a:extLst>
                <a:ext uri="{FF2B5EF4-FFF2-40B4-BE49-F238E27FC236}">
                  <a16:creationId xmlns:a16="http://schemas.microsoft.com/office/drawing/2014/main" id="{CBCD1343-8143-B9A2-F467-1D32E5A2E4DF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>
              <a:extLst>
                <a:ext uri="{FF2B5EF4-FFF2-40B4-BE49-F238E27FC236}">
                  <a16:creationId xmlns:a16="http://schemas.microsoft.com/office/drawing/2014/main" id="{FFAFE25E-D847-6BB1-BB8D-BC96BF1C6D68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>
              <a:extLst>
                <a:ext uri="{FF2B5EF4-FFF2-40B4-BE49-F238E27FC236}">
                  <a16:creationId xmlns:a16="http://schemas.microsoft.com/office/drawing/2014/main" id="{3B1007B4-DED8-8DEF-488E-CA8C587A7932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>
              <a:extLst>
                <a:ext uri="{FF2B5EF4-FFF2-40B4-BE49-F238E27FC236}">
                  <a16:creationId xmlns:a16="http://schemas.microsoft.com/office/drawing/2014/main" id="{48880FE1-5285-1C19-C48B-41DB4C49892F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>
              <a:extLst>
                <a:ext uri="{FF2B5EF4-FFF2-40B4-BE49-F238E27FC236}">
                  <a16:creationId xmlns:a16="http://schemas.microsoft.com/office/drawing/2014/main" id="{5A3AE6D0-FEB8-8DAA-ECBA-7377FD97EE51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>
            <a:extLst>
              <a:ext uri="{FF2B5EF4-FFF2-40B4-BE49-F238E27FC236}">
                <a16:creationId xmlns:a16="http://schemas.microsoft.com/office/drawing/2014/main" id="{E4772FA4-7FCC-39C1-DCC1-A742F8946704}"/>
              </a:ext>
            </a:extLst>
          </p:cNvPr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>
              <a:extLst>
                <a:ext uri="{FF2B5EF4-FFF2-40B4-BE49-F238E27FC236}">
                  <a16:creationId xmlns:a16="http://schemas.microsoft.com/office/drawing/2014/main" id="{F75BB78B-4A72-F63B-8E6B-281B847EBF9B}"/>
                </a:ext>
              </a:extLst>
            </p:cNvPr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>
              <a:extLst>
                <a:ext uri="{FF2B5EF4-FFF2-40B4-BE49-F238E27FC236}">
                  <a16:creationId xmlns:a16="http://schemas.microsoft.com/office/drawing/2014/main" id="{BB9E28E9-D06F-1860-C17B-32AABD1E797B}"/>
                </a:ext>
              </a:extLst>
            </p:cNvPr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>
                <a:extLst>
                  <a:ext uri="{FF2B5EF4-FFF2-40B4-BE49-F238E27FC236}">
                    <a16:creationId xmlns:a16="http://schemas.microsoft.com/office/drawing/2014/main" id="{050F13A3-6DC6-F404-4FF4-32D7D1B965B8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>
                <a:extLst>
                  <a:ext uri="{FF2B5EF4-FFF2-40B4-BE49-F238E27FC236}">
                    <a16:creationId xmlns:a16="http://schemas.microsoft.com/office/drawing/2014/main" id="{952A4067-A246-00D4-8769-965DF14CD9D0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>
                <a:extLst>
                  <a:ext uri="{FF2B5EF4-FFF2-40B4-BE49-F238E27FC236}">
                    <a16:creationId xmlns:a16="http://schemas.microsoft.com/office/drawing/2014/main" id="{55B4D294-870A-3DCE-14F2-957B653E09CB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433B6F37-1C19-8F89-3E2F-97C7B8B9404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s-419" b="0" dirty="0">
                <a:latin typeface="Leelawadee UI" panose="020B0502040204020203" pitchFamily="34" charset="-34"/>
                <a:cs typeface="Leelawadee UI" panose="020B0502040204020203" pitchFamily="34" charset="-34"/>
              </a:rPr>
              <a:t>Procesamiento</a:t>
            </a:r>
            <a:r>
              <a:rPr lang="es-419" b="0" dirty="0"/>
              <a:t> de </a:t>
            </a:r>
            <a:r>
              <a:rPr lang="es-419" dirty="0"/>
              <a:t>Imágenes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4349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D6CFD02B-17D1-7B5F-FA1B-8BB4D2E8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>
            <a:extLst>
              <a:ext uri="{FF2B5EF4-FFF2-40B4-BE49-F238E27FC236}">
                <a16:creationId xmlns:a16="http://schemas.microsoft.com/office/drawing/2014/main" id="{B8655E58-45AA-7ED3-5577-63BF5DB43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518" y="580262"/>
            <a:ext cx="7187958" cy="66164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 dirty="0">
                <a:latin typeface="Montserrat Medium"/>
                <a:ea typeface="Montserrat Medium"/>
                <a:cs typeface="Montserrat Medium"/>
                <a:sym typeface="Montserrat Medium"/>
              </a:rPr>
              <a:t>Filtros y Transformaciones: </a:t>
            </a:r>
            <a:endParaRPr dirty="0"/>
          </a:p>
        </p:txBody>
      </p:sp>
      <p:sp>
        <p:nvSpPr>
          <p:cNvPr id="1074" name="Google Shape;1074;p32">
            <a:extLst>
              <a:ext uri="{FF2B5EF4-FFF2-40B4-BE49-F238E27FC236}">
                <a16:creationId xmlns:a16="http://schemas.microsoft.com/office/drawing/2014/main" id="{CAA593AC-881D-C919-DE46-9A34D7EDD6E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2850" y="1986342"/>
            <a:ext cx="6480592" cy="260667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Aplicar distintos filtros de color, de desenfoque, de detección de bordes, morfológicos y de ecualización</a:t>
            </a:r>
            <a:endParaRPr lang="es-MX" sz="1800" dirty="0"/>
          </a:p>
        </p:txBody>
      </p:sp>
      <p:grpSp>
        <p:nvGrpSpPr>
          <p:cNvPr id="1076" name="Google Shape;1076;p32">
            <a:extLst>
              <a:ext uri="{FF2B5EF4-FFF2-40B4-BE49-F238E27FC236}">
                <a16:creationId xmlns:a16="http://schemas.microsoft.com/office/drawing/2014/main" id="{566F82BC-5358-166B-C7C1-C2344070E503}"/>
              </a:ext>
            </a:extLst>
          </p:cNvPr>
          <p:cNvGrpSpPr/>
          <p:nvPr/>
        </p:nvGrpSpPr>
        <p:grpSpPr>
          <a:xfrm rot="10800000">
            <a:off x="5132209" y="3796835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>
              <a:extLst>
                <a:ext uri="{FF2B5EF4-FFF2-40B4-BE49-F238E27FC236}">
                  <a16:creationId xmlns:a16="http://schemas.microsoft.com/office/drawing/2014/main" id="{DA488BF6-E32A-E671-D684-FB837A88CD62}"/>
                </a:ext>
              </a:extLst>
            </p:cNvPr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>
              <a:extLst>
                <a:ext uri="{FF2B5EF4-FFF2-40B4-BE49-F238E27FC236}">
                  <a16:creationId xmlns:a16="http://schemas.microsoft.com/office/drawing/2014/main" id="{65B53713-1D1D-1380-A0DD-54A15BCF4E44}"/>
                </a:ext>
              </a:extLst>
            </p:cNvPr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>
              <a:extLst>
                <a:ext uri="{FF2B5EF4-FFF2-40B4-BE49-F238E27FC236}">
                  <a16:creationId xmlns:a16="http://schemas.microsoft.com/office/drawing/2014/main" id="{F30976B3-7C14-3F74-4146-CBC81EA2CC1F}"/>
                </a:ext>
              </a:extLst>
            </p:cNvPr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>
              <a:extLst>
                <a:ext uri="{FF2B5EF4-FFF2-40B4-BE49-F238E27FC236}">
                  <a16:creationId xmlns:a16="http://schemas.microsoft.com/office/drawing/2014/main" id="{7E8F7A0D-97A7-7AE5-F8EE-C35F1F398715}"/>
                </a:ext>
              </a:extLst>
            </p:cNvPr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>
              <a:extLst>
                <a:ext uri="{FF2B5EF4-FFF2-40B4-BE49-F238E27FC236}">
                  <a16:creationId xmlns:a16="http://schemas.microsoft.com/office/drawing/2014/main" id="{7EC3D06C-A1B9-01E5-C84C-4AA6FA795429}"/>
                </a:ext>
              </a:extLst>
            </p:cNvPr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>
              <a:extLst>
                <a:ext uri="{FF2B5EF4-FFF2-40B4-BE49-F238E27FC236}">
                  <a16:creationId xmlns:a16="http://schemas.microsoft.com/office/drawing/2014/main" id="{B0EAC043-193A-A4FF-9F06-FB375CD9B54C}"/>
                </a:ext>
              </a:extLst>
            </p:cNvPr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>
              <a:extLst>
                <a:ext uri="{FF2B5EF4-FFF2-40B4-BE49-F238E27FC236}">
                  <a16:creationId xmlns:a16="http://schemas.microsoft.com/office/drawing/2014/main" id="{67A4F0AF-1424-28E4-855E-81A41811822B}"/>
                </a:ext>
              </a:extLst>
            </p:cNvPr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>
              <a:extLst>
                <a:ext uri="{FF2B5EF4-FFF2-40B4-BE49-F238E27FC236}">
                  <a16:creationId xmlns:a16="http://schemas.microsoft.com/office/drawing/2014/main" id="{6C2EC506-B1AD-2996-D09B-95BDD8426F99}"/>
                </a:ext>
              </a:extLst>
            </p:cNvPr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>
              <a:extLst>
                <a:ext uri="{FF2B5EF4-FFF2-40B4-BE49-F238E27FC236}">
                  <a16:creationId xmlns:a16="http://schemas.microsoft.com/office/drawing/2014/main" id="{C5358B52-B338-99C5-AABD-B643C23D1047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>
              <a:extLst>
                <a:ext uri="{FF2B5EF4-FFF2-40B4-BE49-F238E27FC236}">
                  <a16:creationId xmlns:a16="http://schemas.microsoft.com/office/drawing/2014/main" id="{AC89EB41-751A-E9D0-B5E7-4318C389A2C2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>
              <a:extLst>
                <a:ext uri="{FF2B5EF4-FFF2-40B4-BE49-F238E27FC236}">
                  <a16:creationId xmlns:a16="http://schemas.microsoft.com/office/drawing/2014/main" id="{48805799-4ACF-96FC-70F6-7CAA75B04EB7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>
              <a:extLst>
                <a:ext uri="{FF2B5EF4-FFF2-40B4-BE49-F238E27FC236}">
                  <a16:creationId xmlns:a16="http://schemas.microsoft.com/office/drawing/2014/main" id="{C2DCEC97-EA77-E2C2-7643-63BB9DAF674F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>
              <a:extLst>
                <a:ext uri="{FF2B5EF4-FFF2-40B4-BE49-F238E27FC236}">
                  <a16:creationId xmlns:a16="http://schemas.microsoft.com/office/drawing/2014/main" id="{6C035FE8-1ED4-0FB5-8334-4D07E830B1C9}"/>
                </a:ext>
              </a:extLst>
            </p:cNvPr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>
              <a:extLst>
                <a:ext uri="{FF2B5EF4-FFF2-40B4-BE49-F238E27FC236}">
                  <a16:creationId xmlns:a16="http://schemas.microsoft.com/office/drawing/2014/main" id="{A162E65E-E918-1743-1D93-FC1F87FA4364}"/>
                </a:ext>
              </a:extLst>
            </p:cNvPr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>
              <a:extLst>
                <a:ext uri="{FF2B5EF4-FFF2-40B4-BE49-F238E27FC236}">
                  <a16:creationId xmlns:a16="http://schemas.microsoft.com/office/drawing/2014/main" id="{31381322-9370-2891-28ED-6172D8571C60}"/>
                </a:ext>
              </a:extLst>
            </p:cNvPr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>
              <a:extLst>
                <a:ext uri="{FF2B5EF4-FFF2-40B4-BE49-F238E27FC236}">
                  <a16:creationId xmlns:a16="http://schemas.microsoft.com/office/drawing/2014/main" id="{0A43D960-A12F-47EE-4B88-9007C1D72B06}"/>
                </a:ext>
              </a:extLst>
            </p:cNvPr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3" name="Google Shape;1093;p32">
              <a:extLst>
                <a:ext uri="{FF2B5EF4-FFF2-40B4-BE49-F238E27FC236}">
                  <a16:creationId xmlns:a16="http://schemas.microsoft.com/office/drawing/2014/main" id="{4BB4EBF5-56A8-1162-F347-7DD3EB3C440C}"/>
                </a:ext>
              </a:extLst>
            </p:cNvPr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>
              <a:extLst>
                <a:ext uri="{FF2B5EF4-FFF2-40B4-BE49-F238E27FC236}">
                  <a16:creationId xmlns:a16="http://schemas.microsoft.com/office/drawing/2014/main" id="{7065FE9B-345D-B96F-3845-B2C8B3B05065}"/>
                </a:ext>
              </a:extLst>
            </p:cNvPr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>
              <a:extLst>
                <a:ext uri="{FF2B5EF4-FFF2-40B4-BE49-F238E27FC236}">
                  <a16:creationId xmlns:a16="http://schemas.microsoft.com/office/drawing/2014/main" id="{3B4BF14F-6862-B726-7C30-24E5C433C757}"/>
                </a:ext>
              </a:extLst>
            </p:cNvPr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>
            <a:extLst>
              <a:ext uri="{FF2B5EF4-FFF2-40B4-BE49-F238E27FC236}">
                <a16:creationId xmlns:a16="http://schemas.microsoft.com/office/drawing/2014/main" id="{C07E221D-9D51-9BB8-52D8-E27883863483}"/>
              </a:ext>
            </a:extLst>
          </p:cNvPr>
          <p:cNvGrpSpPr/>
          <p:nvPr/>
        </p:nvGrpSpPr>
        <p:grpSpPr>
          <a:xfrm rot="4426397">
            <a:off x="724914" y="171185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>
              <a:extLst>
                <a:ext uri="{FF2B5EF4-FFF2-40B4-BE49-F238E27FC236}">
                  <a16:creationId xmlns:a16="http://schemas.microsoft.com/office/drawing/2014/main" id="{F015F0F9-478D-0A00-66A9-D3265A3E8082}"/>
                </a:ext>
              </a:extLst>
            </p:cNvPr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>
                <a:extLst>
                  <a:ext uri="{FF2B5EF4-FFF2-40B4-BE49-F238E27FC236}">
                    <a16:creationId xmlns:a16="http://schemas.microsoft.com/office/drawing/2014/main" id="{FCD44DB6-545E-1C90-E9B3-36E91B218AAA}"/>
                  </a:ext>
                </a:extLst>
              </p:cNvPr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>
                <a:extLst>
                  <a:ext uri="{FF2B5EF4-FFF2-40B4-BE49-F238E27FC236}">
                    <a16:creationId xmlns:a16="http://schemas.microsoft.com/office/drawing/2014/main" id="{97A88DAE-DC4B-5344-3AF3-A470D4E31D68}"/>
                  </a:ext>
                </a:extLst>
              </p:cNvPr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>
              <a:extLst>
                <a:ext uri="{FF2B5EF4-FFF2-40B4-BE49-F238E27FC236}">
                  <a16:creationId xmlns:a16="http://schemas.microsoft.com/office/drawing/2014/main" id="{663FBACE-4474-7221-EAF9-0F3DE56A96C6}"/>
                </a:ext>
              </a:extLst>
            </p:cNvPr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>
                <a:extLst>
                  <a:ext uri="{FF2B5EF4-FFF2-40B4-BE49-F238E27FC236}">
                    <a16:creationId xmlns:a16="http://schemas.microsoft.com/office/drawing/2014/main" id="{6C6DEBB0-3D4E-F8E5-2CF8-0EC32FA422EB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>
                <a:extLst>
                  <a:ext uri="{FF2B5EF4-FFF2-40B4-BE49-F238E27FC236}">
                    <a16:creationId xmlns:a16="http://schemas.microsoft.com/office/drawing/2014/main" id="{DB11658D-D856-A146-F6D8-8EA0533F5FFE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3" name="Google Shape;1103;p32">
            <a:extLst>
              <a:ext uri="{FF2B5EF4-FFF2-40B4-BE49-F238E27FC236}">
                <a16:creationId xmlns:a16="http://schemas.microsoft.com/office/drawing/2014/main" id="{FDDD563C-3EC1-3A1A-481A-EAF1CA607EE9}"/>
              </a:ext>
            </a:extLst>
          </p:cNvPr>
          <p:cNvGrpSpPr/>
          <p:nvPr/>
        </p:nvGrpSpPr>
        <p:grpSpPr>
          <a:xfrm>
            <a:off x="782850" y="1260482"/>
            <a:ext cx="3011003" cy="192185"/>
            <a:chOff x="4873322" y="2177404"/>
            <a:chExt cx="3011003" cy="192185"/>
          </a:xfrm>
        </p:grpSpPr>
        <p:sp>
          <p:nvSpPr>
            <p:cNvPr id="1104" name="Google Shape;1104;p32">
              <a:extLst>
                <a:ext uri="{FF2B5EF4-FFF2-40B4-BE49-F238E27FC236}">
                  <a16:creationId xmlns:a16="http://schemas.microsoft.com/office/drawing/2014/main" id="{DC16BD6B-005C-8483-6E05-DC1853C3D5B4}"/>
                </a:ext>
              </a:extLst>
            </p:cNvPr>
            <p:cNvSpPr/>
            <p:nvPr/>
          </p:nvSpPr>
          <p:spPr>
            <a:xfrm rot="-2700000" flipH="1">
              <a:off x="6184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5" name="Google Shape;1105;p32">
              <a:extLst>
                <a:ext uri="{FF2B5EF4-FFF2-40B4-BE49-F238E27FC236}">
                  <a16:creationId xmlns:a16="http://schemas.microsoft.com/office/drawing/2014/main" id="{69FA8354-0207-A8AA-B5DA-970576B224A9}"/>
                </a:ext>
              </a:extLst>
            </p:cNvPr>
            <p:cNvCxnSpPr>
              <a:stCxn id="1106" idx="6"/>
              <a:endCxn id="1107" idx="2"/>
            </p:cNvCxnSpPr>
            <p:nvPr/>
          </p:nvCxnSpPr>
          <p:spPr>
            <a:xfrm rot="10800000">
              <a:off x="4930225" y="2272525"/>
              <a:ext cx="2897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32">
              <a:extLst>
                <a:ext uri="{FF2B5EF4-FFF2-40B4-BE49-F238E27FC236}">
                  <a16:creationId xmlns:a16="http://schemas.microsoft.com/office/drawing/2014/main" id="{9C5FB7D3-9456-7B1A-D472-66F85C992199}"/>
                </a:ext>
              </a:extLst>
            </p:cNvPr>
            <p:cNvSpPr/>
            <p:nvPr/>
          </p:nvSpPr>
          <p:spPr>
            <a:xfrm flipH="1">
              <a:off x="487332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>
              <a:extLst>
                <a:ext uri="{FF2B5EF4-FFF2-40B4-BE49-F238E27FC236}">
                  <a16:creationId xmlns:a16="http://schemas.microsoft.com/office/drawing/2014/main" id="{D90BF019-8306-E14C-1770-1578E95EF52D}"/>
                </a:ext>
              </a:extLst>
            </p:cNvPr>
            <p:cNvSpPr/>
            <p:nvPr/>
          </p:nvSpPr>
          <p:spPr>
            <a:xfrm flipH="1">
              <a:off x="7827325" y="2244025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9312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>
          <a:extLst>
            <a:ext uri="{FF2B5EF4-FFF2-40B4-BE49-F238E27FC236}">
              <a16:creationId xmlns:a16="http://schemas.microsoft.com/office/drawing/2014/main" id="{8A2A4B5A-A606-4E9F-B75E-2DBDA7AF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46">
            <a:extLst>
              <a:ext uri="{FF2B5EF4-FFF2-40B4-BE49-F238E27FC236}">
                <a16:creationId xmlns:a16="http://schemas.microsoft.com/office/drawing/2014/main" id="{601610E3-AC26-A9AA-CA09-B7DA17736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391" y="521773"/>
            <a:ext cx="5845297" cy="8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Detección de Características: </a:t>
            </a:r>
            <a:endParaRPr dirty="0"/>
          </a:p>
        </p:txBody>
      </p:sp>
      <p:sp>
        <p:nvSpPr>
          <p:cNvPr id="1631" name="Google Shape;1631;p46">
            <a:extLst>
              <a:ext uri="{FF2B5EF4-FFF2-40B4-BE49-F238E27FC236}">
                <a16:creationId xmlns:a16="http://schemas.microsoft.com/office/drawing/2014/main" id="{3F0CF50F-A995-E1F2-40E9-9FD9F059B2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01443" y="2015165"/>
            <a:ext cx="6611544" cy="176098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El algoritmo SIFT es uno de los más conocidos para la detección y descripción de características.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ORB es una alternativa más rápida y eficiente que SIFT , ya que está basado en el algoritmo FAST para la detección de puntos clave y el descriptor BRIEF.</a:t>
            </a:r>
            <a:endParaRPr dirty="0"/>
          </a:p>
        </p:txBody>
      </p:sp>
      <p:sp>
        <p:nvSpPr>
          <p:cNvPr id="1633" name="Google Shape;1633;p46">
            <a:extLst>
              <a:ext uri="{FF2B5EF4-FFF2-40B4-BE49-F238E27FC236}">
                <a16:creationId xmlns:a16="http://schemas.microsoft.com/office/drawing/2014/main" id="{959C4715-01DE-2565-938C-6D5ABCAC64D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8484" y="1380973"/>
            <a:ext cx="7622542" cy="38826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Aplicar  SIFT, ORB para detectar y describir características en imágenes.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2451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D546CD4F-3A55-4BB2-2F2F-B02386AAA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>
            <a:extLst>
              <a:ext uri="{FF2B5EF4-FFF2-40B4-BE49-F238E27FC236}">
                <a16:creationId xmlns:a16="http://schemas.microsoft.com/office/drawing/2014/main" id="{DE22F438-25D1-AD8E-2316-73E16C997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Transformaciones Geométricas:</a:t>
            </a:r>
            <a:endParaRPr dirty="0"/>
          </a:p>
        </p:txBody>
      </p:sp>
      <p:sp>
        <p:nvSpPr>
          <p:cNvPr id="1040" name="Google Shape;1040;p31">
            <a:extLst>
              <a:ext uri="{FF2B5EF4-FFF2-40B4-BE49-F238E27FC236}">
                <a16:creationId xmlns:a16="http://schemas.microsoft.com/office/drawing/2014/main" id="{8AD97128-65FC-B2F5-FC3D-3878F747EB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17074" y="2591605"/>
            <a:ext cx="6382858" cy="120574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Esta transformación es útil en visión por computadora para corregir la perspectiva de una imagen o mapear puntos de una imagen en una nueva ubicación.</a:t>
            </a:r>
          </a:p>
        </p:txBody>
      </p:sp>
      <p:sp>
        <p:nvSpPr>
          <p:cNvPr id="1041" name="Google Shape;1041;p31">
            <a:extLst>
              <a:ext uri="{FF2B5EF4-FFF2-40B4-BE49-F238E27FC236}">
                <a16:creationId xmlns:a16="http://schemas.microsoft.com/office/drawing/2014/main" id="{7051C17B-3E4E-0F3E-CE26-F1DF0BA464F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20571" y="1879522"/>
            <a:ext cx="4410221" cy="36288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Transformación de perspectiva.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957DDB47-980E-376C-D55C-D80ACFBD98BB}"/>
              </a:ext>
            </a:extLst>
          </p:cNvPr>
          <p:cNvGrpSpPr/>
          <p:nvPr/>
        </p:nvGrpSpPr>
        <p:grpSpPr>
          <a:xfrm>
            <a:off x="1086351" y="946717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A75F9846-B591-A73D-3132-FEE432D8F88D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E90091C6-D0BB-36F0-D737-1409A8414AFB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A0591CDA-1B8A-E13B-0BCA-4243656BB162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3A4E5054-0593-B098-0192-14BCF2AE0C7E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8322307B-ABF6-3ED6-4379-806D50820C8D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1F390DA6-35F6-3B3D-C494-2315C60AD421}"/>
              </a:ext>
            </a:extLst>
          </p:cNvPr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0DB44033-B4FB-28EA-6035-05654A6FE124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EE07EF3B-64AD-ACF3-9BCD-BA6DD06AD4B7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BD863942-2253-3B2B-FE67-998283A40248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362DFF4A-23DD-379F-2CD4-F592319E2303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86B82A14-102B-6279-3217-02156F12B7BA}"/>
              </a:ext>
            </a:extLst>
          </p:cNvPr>
          <p:cNvGrpSpPr/>
          <p:nvPr/>
        </p:nvGrpSpPr>
        <p:grpSpPr>
          <a:xfrm>
            <a:off x="7861111" y="3886677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07BF2DE4-642F-50AB-AC8A-C4AE9F99CA4B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3B846457-3B37-A015-15A8-94DBF23745A5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E61EAD97-5FC6-787C-6DBD-86043A0FE7CC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D8A2EF22-246B-6BC7-0D07-E6E8E2AD285C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21E38716-450C-1747-F81A-63E93303582D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1769FB4E-4473-C0FE-8138-0B2E51B8014B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644F2252-7EE4-2779-644C-A9C518172B8F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4075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>
          <a:extLst>
            <a:ext uri="{FF2B5EF4-FFF2-40B4-BE49-F238E27FC236}">
              <a16:creationId xmlns:a16="http://schemas.microsoft.com/office/drawing/2014/main" id="{053C80A0-B728-14F0-681A-A51871DB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>
            <a:extLst>
              <a:ext uri="{FF2B5EF4-FFF2-40B4-BE49-F238E27FC236}">
                <a16:creationId xmlns:a16="http://schemas.microsoft.com/office/drawing/2014/main" id="{CF8A7B60-DCB2-5716-887C-AB62BED3C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8781" y="787425"/>
            <a:ext cx="1726594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114" name="Google Shape;1114;p33">
            <a:extLst>
              <a:ext uri="{FF2B5EF4-FFF2-40B4-BE49-F238E27FC236}">
                <a16:creationId xmlns:a16="http://schemas.microsoft.com/office/drawing/2014/main" id="{DAAC333C-AABD-233B-F018-E2D47213362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111096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Captura de Video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Detección de Movimiento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Aplicaciones en Tiempo Real</a:t>
            </a:r>
            <a:endParaRPr dirty="0"/>
          </a:p>
        </p:txBody>
      </p:sp>
      <p:grpSp>
        <p:nvGrpSpPr>
          <p:cNvPr id="1115" name="Google Shape;1115;p33">
            <a:extLst>
              <a:ext uri="{FF2B5EF4-FFF2-40B4-BE49-F238E27FC236}">
                <a16:creationId xmlns:a16="http://schemas.microsoft.com/office/drawing/2014/main" id="{F68F994E-B16A-3D7F-319B-0D0C525C091E}"/>
              </a:ext>
            </a:extLst>
          </p:cNvPr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116" name="Google Shape;1116;p33">
              <a:extLst>
                <a:ext uri="{FF2B5EF4-FFF2-40B4-BE49-F238E27FC236}">
                  <a16:creationId xmlns:a16="http://schemas.microsoft.com/office/drawing/2014/main" id="{5DB8EEB1-0816-1E1E-CD9D-7DC24A7EDDD8}"/>
                </a:ext>
              </a:extLst>
            </p:cNvPr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>
              <a:extLst>
                <a:ext uri="{FF2B5EF4-FFF2-40B4-BE49-F238E27FC236}">
                  <a16:creationId xmlns:a16="http://schemas.microsoft.com/office/drawing/2014/main" id="{C89B7E74-926D-1A5D-3734-C48317B32689}"/>
                </a:ext>
              </a:extLst>
            </p:cNvPr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>
              <a:extLst>
                <a:ext uri="{FF2B5EF4-FFF2-40B4-BE49-F238E27FC236}">
                  <a16:creationId xmlns:a16="http://schemas.microsoft.com/office/drawing/2014/main" id="{462F8294-C03F-F0D9-B772-B6FA35B0A3DA}"/>
                </a:ext>
              </a:extLst>
            </p:cNvPr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>
              <a:extLst>
                <a:ext uri="{FF2B5EF4-FFF2-40B4-BE49-F238E27FC236}">
                  <a16:creationId xmlns:a16="http://schemas.microsoft.com/office/drawing/2014/main" id="{A7FF9EC3-03BF-BFE3-A332-A615624F20B6}"/>
                </a:ext>
              </a:extLst>
            </p:cNvPr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>
            <a:extLst>
              <a:ext uri="{FF2B5EF4-FFF2-40B4-BE49-F238E27FC236}">
                <a16:creationId xmlns:a16="http://schemas.microsoft.com/office/drawing/2014/main" id="{4A76FB63-055F-ADD1-40BB-C3DDD06C590C}"/>
              </a:ext>
            </a:extLst>
          </p:cNvPr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>
              <a:extLst>
                <a:ext uri="{FF2B5EF4-FFF2-40B4-BE49-F238E27FC236}">
                  <a16:creationId xmlns:a16="http://schemas.microsoft.com/office/drawing/2014/main" id="{A5256555-6DD1-FC42-5A79-89CF7F0929A8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>
              <a:extLst>
                <a:ext uri="{FF2B5EF4-FFF2-40B4-BE49-F238E27FC236}">
                  <a16:creationId xmlns:a16="http://schemas.microsoft.com/office/drawing/2014/main" id="{8AF596DB-A92D-066B-C4AE-5872C38F075B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>
              <a:extLst>
                <a:ext uri="{FF2B5EF4-FFF2-40B4-BE49-F238E27FC236}">
                  <a16:creationId xmlns:a16="http://schemas.microsoft.com/office/drawing/2014/main" id="{78FF2323-DBD9-9F69-0698-A0E985168161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>
              <a:extLst>
                <a:ext uri="{FF2B5EF4-FFF2-40B4-BE49-F238E27FC236}">
                  <a16:creationId xmlns:a16="http://schemas.microsoft.com/office/drawing/2014/main" id="{D093925A-A668-C20D-28E4-9CC802FB3FBE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>
              <a:extLst>
                <a:ext uri="{FF2B5EF4-FFF2-40B4-BE49-F238E27FC236}">
                  <a16:creationId xmlns:a16="http://schemas.microsoft.com/office/drawing/2014/main" id="{673E5C91-9D87-9ACD-C1AB-0923BE3528D0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>
              <a:extLst>
                <a:ext uri="{FF2B5EF4-FFF2-40B4-BE49-F238E27FC236}">
                  <a16:creationId xmlns:a16="http://schemas.microsoft.com/office/drawing/2014/main" id="{17B1E747-4354-FCC6-6340-80EF2E0593EB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>
              <a:extLst>
                <a:ext uri="{FF2B5EF4-FFF2-40B4-BE49-F238E27FC236}">
                  <a16:creationId xmlns:a16="http://schemas.microsoft.com/office/drawing/2014/main" id="{0BAB2739-1E21-ACD9-C315-CBAB286E4AD4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>
              <a:extLst>
                <a:ext uri="{FF2B5EF4-FFF2-40B4-BE49-F238E27FC236}">
                  <a16:creationId xmlns:a16="http://schemas.microsoft.com/office/drawing/2014/main" id="{050A9407-5697-2F74-4710-503A6A5F61AD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>
              <a:extLst>
                <a:ext uri="{FF2B5EF4-FFF2-40B4-BE49-F238E27FC236}">
                  <a16:creationId xmlns:a16="http://schemas.microsoft.com/office/drawing/2014/main" id="{C73C0748-CDE3-AEBC-9810-E7815AE1671A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>
              <a:extLst>
                <a:ext uri="{FF2B5EF4-FFF2-40B4-BE49-F238E27FC236}">
                  <a16:creationId xmlns:a16="http://schemas.microsoft.com/office/drawing/2014/main" id="{A597058E-F277-E27D-66B2-0AC3E2D78C4B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>
              <a:extLst>
                <a:ext uri="{FF2B5EF4-FFF2-40B4-BE49-F238E27FC236}">
                  <a16:creationId xmlns:a16="http://schemas.microsoft.com/office/drawing/2014/main" id="{C7D84B8B-EB6E-92F1-B0A1-32F227F4FCFC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>
              <a:extLst>
                <a:ext uri="{FF2B5EF4-FFF2-40B4-BE49-F238E27FC236}">
                  <a16:creationId xmlns:a16="http://schemas.microsoft.com/office/drawing/2014/main" id="{6F7A1E66-839E-CBB3-60DD-59659C902382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>
              <a:extLst>
                <a:ext uri="{FF2B5EF4-FFF2-40B4-BE49-F238E27FC236}">
                  <a16:creationId xmlns:a16="http://schemas.microsoft.com/office/drawing/2014/main" id="{D1695438-BEFD-E774-EF93-991320EEF31A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>
              <a:extLst>
                <a:ext uri="{FF2B5EF4-FFF2-40B4-BE49-F238E27FC236}">
                  <a16:creationId xmlns:a16="http://schemas.microsoft.com/office/drawing/2014/main" id="{DA60AB25-5C52-4B90-9B33-C6BD7F05F45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>
              <a:extLst>
                <a:ext uri="{FF2B5EF4-FFF2-40B4-BE49-F238E27FC236}">
                  <a16:creationId xmlns:a16="http://schemas.microsoft.com/office/drawing/2014/main" id="{AD61EBD5-99F4-7203-BEF1-7F29D23F5B24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>
              <a:extLst>
                <a:ext uri="{FF2B5EF4-FFF2-40B4-BE49-F238E27FC236}">
                  <a16:creationId xmlns:a16="http://schemas.microsoft.com/office/drawing/2014/main" id="{601899A2-0A47-6CF1-3102-51C4FC68EA0D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>
              <a:extLst>
                <a:ext uri="{FF2B5EF4-FFF2-40B4-BE49-F238E27FC236}">
                  <a16:creationId xmlns:a16="http://schemas.microsoft.com/office/drawing/2014/main" id="{E6B8032B-BB81-2AE2-CBEB-4355E73154A4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>
              <a:extLst>
                <a:ext uri="{FF2B5EF4-FFF2-40B4-BE49-F238E27FC236}">
                  <a16:creationId xmlns:a16="http://schemas.microsoft.com/office/drawing/2014/main" id="{BBAD6947-AD6B-5153-CB84-FFE71AA43D1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>
              <a:extLst>
                <a:ext uri="{FF2B5EF4-FFF2-40B4-BE49-F238E27FC236}">
                  <a16:creationId xmlns:a16="http://schemas.microsoft.com/office/drawing/2014/main" id="{005D8601-21F4-83E6-C6DD-B1BB3CA861CD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>
              <a:extLst>
                <a:ext uri="{FF2B5EF4-FFF2-40B4-BE49-F238E27FC236}">
                  <a16:creationId xmlns:a16="http://schemas.microsoft.com/office/drawing/2014/main" id="{C5B2BEF7-F085-D5D9-2276-98C1A9044D8D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>
              <a:extLst>
                <a:ext uri="{FF2B5EF4-FFF2-40B4-BE49-F238E27FC236}">
                  <a16:creationId xmlns:a16="http://schemas.microsoft.com/office/drawing/2014/main" id="{C4EDDB96-BF45-09DB-4B61-A4788CF0F85E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>
              <a:extLst>
                <a:ext uri="{FF2B5EF4-FFF2-40B4-BE49-F238E27FC236}">
                  <a16:creationId xmlns:a16="http://schemas.microsoft.com/office/drawing/2014/main" id="{2469F190-C29D-F534-9595-1AB6CA31BC59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>
              <a:extLst>
                <a:ext uri="{FF2B5EF4-FFF2-40B4-BE49-F238E27FC236}">
                  <a16:creationId xmlns:a16="http://schemas.microsoft.com/office/drawing/2014/main" id="{16FB0663-4501-430B-F2A0-10D11A7C7FB1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>
              <a:extLst>
                <a:ext uri="{FF2B5EF4-FFF2-40B4-BE49-F238E27FC236}">
                  <a16:creationId xmlns:a16="http://schemas.microsoft.com/office/drawing/2014/main" id="{A6790B8B-D6E7-413D-CE74-BC5210A33497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>
              <a:extLst>
                <a:ext uri="{FF2B5EF4-FFF2-40B4-BE49-F238E27FC236}">
                  <a16:creationId xmlns:a16="http://schemas.microsoft.com/office/drawing/2014/main" id="{E3ED5091-F7AE-6169-5262-7190D93FCE96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>
            <a:extLst>
              <a:ext uri="{FF2B5EF4-FFF2-40B4-BE49-F238E27FC236}">
                <a16:creationId xmlns:a16="http://schemas.microsoft.com/office/drawing/2014/main" id="{55512133-2559-D3DB-275C-7202CBFE1AA6}"/>
              </a:ext>
            </a:extLst>
          </p:cNvPr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>
              <a:extLst>
                <a:ext uri="{FF2B5EF4-FFF2-40B4-BE49-F238E27FC236}">
                  <a16:creationId xmlns:a16="http://schemas.microsoft.com/office/drawing/2014/main" id="{73D34A59-DE2D-AC90-B7BE-4EB00996BAC1}"/>
                </a:ext>
              </a:extLst>
            </p:cNvPr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>
              <a:extLst>
                <a:ext uri="{FF2B5EF4-FFF2-40B4-BE49-F238E27FC236}">
                  <a16:creationId xmlns:a16="http://schemas.microsoft.com/office/drawing/2014/main" id="{AD2BBF6C-031C-DE36-B8D4-81F0651C28DA}"/>
                </a:ext>
              </a:extLst>
            </p:cNvPr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>
                <a:extLst>
                  <a:ext uri="{FF2B5EF4-FFF2-40B4-BE49-F238E27FC236}">
                    <a16:creationId xmlns:a16="http://schemas.microsoft.com/office/drawing/2014/main" id="{12141134-84AE-3F86-7E92-0656E81D8AEC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>
                <a:extLst>
                  <a:ext uri="{FF2B5EF4-FFF2-40B4-BE49-F238E27FC236}">
                    <a16:creationId xmlns:a16="http://schemas.microsoft.com/office/drawing/2014/main" id="{C009A775-DEF4-0F76-9DBB-A0CC36C5E322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>
                <a:extLst>
                  <a:ext uri="{FF2B5EF4-FFF2-40B4-BE49-F238E27FC236}">
                    <a16:creationId xmlns:a16="http://schemas.microsoft.com/office/drawing/2014/main" id="{265560A0-2D9F-458F-7104-F0CF9771B2C3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13817CFB-1179-7BF2-C56F-4373C3D79AF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097154" y="2347850"/>
            <a:ext cx="6222368" cy="1229100"/>
          </a:xfrm>
        </p:spPr>
        <p:txBody>
          <a:bodyPr/>
          <a:lstStyle/>
          <a:p>
            <a:r>
              <a:rPr lang="es-MX" b="0" dirty="0">
                <a:latin typeface="Leelawadee UI" panose="020B0502040204020203" pitchFamily="34" charset="-34"/>
                <a:cs typeface="Leelawadee UI" panose="020B0502040204020203" pitchFamily="34" charset="-34"/>
              </a:rPr>
              <a:t>Procesamiento de </a:t>
            </a:r>
            <a:r>
              <a:rPr lang="es-MX" dirty="0">
                <a:latin typeface="Leelawadee UI" panose="020B0502040204020203" pitchFamily="34" charset="-34"/>
                <a:cs typeface="Leelawadee UI" panose="020B0502040204020203" pitchFamily="34" charset="-34"/>
              </a:rPr>
              <a:t>Video</a:t>
            </a:r>
            <a:r>
              <a:rPr lang="es-MX" b="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y Detección de Movimiento </a:t>
            </a:r>
            <a:endParaRPr lang="es-MX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07458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>
          <a:extLst>
            <a:ext uri="{FF2B5EF4-FFF2-40B4-BE49-F238E27FC236}">
              <a16:creationId xmlns:a16="http://schemas.microsoft.com/office/drawing/2014/main" id="{FD074A9E-2461-5E00-3282-57EB4D7C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>
            <a:extLst>
              <a:ext uri="{FF2B5EF4-FFF2-40B4-BE49-F238E27FC236}">
                <a16:creationId xmlns:a16="http://schemas.microsoft.com/office/drawing/2014/main" id="{5AFF4068-8A1C-1BD1-50FA-AB3432C57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8444" y="580384"/>
            <a:ext cx="4792690" cy="66164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>
                <a:latin typeface="Montserrat Medium"/>
                <a:ea typeface="Montserrat Medium"/>
                <a:cs typeface="Montserrat Medium"/>
                <a:sym typeface="Montserrat Medium"/>
              </a:rPr>
              <a:t>Captura de Video</a:t>
            </a:r>
            <a:endParaRPr dirty="0"/>
          </a:p>
        </p:txBody>
      </p:sp>
      <p:sp>
        <p:nvSpPr>
          <p:cNvPr id="1074" name="Google Shape;1074;p32">
            <a:extLst>
              <a:ext uri="{FF2B5EF4-FFF2-40B4-BE49-F238E27FC236}">
                <a16:creationId xmlns:a16="http://schemas.microsoft.com/office/drawing/2014/main" id="{68E8C391-6CDD-8073-44C2-3A20A4BD2B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30805" y="2156214"/>
            <a:ext cx="6480592" cy="186359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La captura de video en OpenCV permite leer video en tiempo real desde una cámara o desde un archivo de video.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/>
              <a:t>Con esta técnica, puedes procesar cada cuadro del video para realizar tareas de análisis, procesamiento o detección en tiempo real.</a:t>
            </a:r>
            <a:endParaRPr lang="es-MX" sz="1800" dirty="0"/>
          </a:p>
        </p:txBody>
      </p:sp>
      <p:grpSp>
        <p:nvGrpSpPr>
          <p:cNvPr id="1076" name="Google Shape;1076;p32">
            <a:extLst>
              <a:ext uri="{FF2B5EF4-FFF2-40B4-BE49-F238E27FC236}">
                <a16:creationId xmlns:a16="http://schemas.microsoft.com/office/drawing/2014/main" id="{636D8EB3-E436-40F4-07FC-AE6EC18389B2}"/>
              </a:ext>
            </a:extLst>
          </p:cNvPr>
          <p:cNvGrpSpPr/>
          <p:nvPr/>
        </p:nvGrpSpPr>
        <p:grpSpPr>
          <a:xfrm rot="10800000">
            <a:off x="454810" y="3223628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>
              <a:extLst>
                <a:ext uri="{FF2B5EF4-FFF2-40B4-BE49-F238E27FC236}">
                  <a16:creationId xmlns:a16="http://schemas.microsoft.com/office/drawing/2014/main" id="{5E50D234-A29B-2D76-6AA1-8B450657A09E}"/>
                </a:ext>
              </a:extLst>
            </p:cNvPr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>
              <a:extLst>
                <a:ext uri="{FF2B5EF4-FFF2-40B4-BE49-F238E27FC236}">
                  <a16:creationId xmlns:a16="http://schemas.microsoft.com/office/drawing/2014/main" id="{474730D4-0A24-C555-E483-BD04C0A7E5DA}"/>
                </a:ext>
              </a:extLst>
            </p:cNvPr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>
              <a:extLst>
                <a:ext uri="{FF2B5EF4-FFF2-40B4-BE49-F238E27FC236}">
                  <a16:creationId xmlns:a16="http://schemas.microsoft.com/office/drawing/2014/main" id="{213635FA-18FC-56EE-95C0-2783008B7892}"/>
                </a:ext>
              </a:extLst>
            </p:cNvPr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>
              <a:extLst>
                <a:ext uri="{FF2B5EF4-FFF2-40B4-BE49-F238E27FC236}">
                  <a16:creationId xmlns:a16="http://schemas.microsoft.com/office/drawing/2014/main" id="{3353DB16-11C5-6127-EE3C-5BBC67DE9365}"/>
                </a:ext>
              </a:extLst>
            </p:cNvPr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1" name="Google Shape;1081;p32">
              <a:extLst>
                <a:ext uri="{FF2B5EF4-FFF2-40B4-BE49-F238E27FC236}">
                  <a16:creationId xmlns:a16="http://schemas.microsoft.com/office/drawing/2014/main" id="{15148795-B943-77B6-4B16-93376992A507}"/>
                </a:ext>
              </a:extLst>
            </p:cNvPr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>
              <a:extLst>
                <a:ext uri="{FF2B5EF4-FFF2-40B4-BE49-F238E27FC236}">
                  <a16:creationId xmlns:a16="http://schemas.microsoft.com/office/drawing/2014/main" id="{2098AA61-AA7A-1391-F94D-DCD6178B2D4B}"/>
                </a:ext>
              </a:extLst>
            </p:cNvPr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>
              <a:extLst>
                <a:ext uri="{FF2B5EF4-FFF2-40B4-BE49-F238E27FC236}">
                  <a16:creationId xmlns:a16="http://schemas.microsoft.com/office/drawing/2014/main" id="{CA76B8FF-D0E3-EBBB-1AB6-0E9097747B2F}"/>
                </a:ext>
              </a:extLst>
            </p:cNvPr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>
              <a:extLst>
                <a:ext uri="{FF2B5EF4-FFF2-40B4-BE49-F238E27FC236}">
                  <a16:creationId xmlns:a16="http://schemas.microsoft.com/office/drawing/2014/main" id="{058475CB-1752-7428-25DA-0C70F55186B6}"/>
                </a:ext>
              </a:extLst>
            </p:cNvPr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>
              <a:extLst>
                <a:ext uri="{FF2B5EF4-FFF2-40B4-BE49-F238E27FC236}">
                  <a16:creationId xmlns:a16="http://schemas.microsoft.com/office/drawing/2014/main" id="{0D2E19C2-A0C3-3A10-CE12-F624E20BA318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>
              <a:extLst>
                <a:ext uri="{FF2B5EF4-FFF2-40B4-BE49-F238E27FC236}">
                  <a16:creationId xmlns:a16="http://schemas.microsoft.com/office/drawing/2014/main" id="{6510CE2C-E1FB-730E-41B7-C40097228CDD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>
              <a:extLst>
                <a:ext uri="{FF2B5EF4-FFF2-40B4-BE49-F238E27FC236}">
                  <a16:creationId xmlns:a16="http://schemas.microsoft.com/office/drawing/2014/main" id="{308050A4-5E47-AD39-DACF-A1083DB9F9DC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>
              <a:extLst>
                <a:ext uri="{FF2B5EF4-FFF2-40B4-BE49-F238E27FC236}">
                  <a16:creationId xmlns:a16="http://schemas.microsoft.com/office/drawing/2014/main" id="{A5BAAF14-21AE-974F-F5F2-3041252944D6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>
              <a:extLst>
                <a:ext uri="{FF2B5EF4-FFF2-40B4-BE49-F238E27FC236}">
                  <a16:creationId xmlns:a16="http://schemas.microsoft.com/office/drawing/2014/main" id="{4D564DA6-80DA-F7AE-AB86-CD7B648B1318}"/>
                </a:ext>
              </a:extLst>
            </p:cNvPr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>
              <a:extLst>
                <a:ext uri="{FF2B5EF4-FFF2-40B4-BE49-F238E27FC236}">
                  <a16:creationId xmlns:a16="http://schemas.microsoft.com/office/drawing/2014/main" id="{CB8A7A36-B5AB-52D8-D9FE-AA865B67D4E1}"/>
                </a:ext>
              </a:extLst>
            </p:cNvPr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>
              <a:extLst>
                <a:ext uri="{FF2B5EF4-FFF2-40B4-BE49-F238E27FC236}">
                  <a16:creationId xmlns:a16="http://schemas.microsoft.com/office/drawing/2014/main" id="{60DC8A49-758F-3C09-E35A-EB2F668026E7}"/>
                </a:ext>
              </a:extLst>
            </p:cNvPr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>
              <a:extLst>
                <a:ext uri="{FF2B5EF4-FFF2-40B4-BE49-F238E27FC236}">
                  <a16:creationId xmlns:a16="http://schemas.microsoft.com/office/drawing/2014/main" id="{636CB561-6FA6-8310-FAF4-8BDF41C24338}"/>
                </a:ext>
              </a:extLst>
            </p:cNvPr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3" name="Google Shape;1093;p32">
              <a:extLst>
                <a:ext uri="{FF2B5EF4-FFF2-40B4-BE49-F238E27FC236}">
                  <a16:creationId xmlns:a16="http://schemas.microsoft.com/office/drawing/2014/main" id="{8C85FDF2-147B-C816-4D4E-AC4703253065}"/>
                </a:ext>
              </a:extLst>
            </p:cNvPr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>
              <a:extLst>
                <a:ext uri="{FF2B5EF4-FFF2-40B4-BE49-F238E27FC236}">
                  <a16:creationId xmlns:a16="http://schemas.microsoft.com/office/drawing/2014/main" id="{12D62E85-A9AA-0CA2-4B38-7D0E43870DDE}"/>
                </a:ext>
              </a:extLst>
            </p:cNvPr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>
              <a:extLst>
                <a:ext uri="{FF2B5EF4-FFF2-40B4-BE49-F238E27FC236}">
                  <a16:creationId xmlns:a16="http://schemas.microsoft.com/office/drawing/2014/main" id="{1582146B-AEEE-C59D-3E65-3374F4983E8E}"/>
                </a:ext>
              </a:extLst>
            </p:cNvPr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>
            <a:extLst>
              <a:ext uri="{FF2B5EF4-FFF2-40B4-BE49-F238E27FC236}">
                <a16:creationId xmlns:a16="http://schemas.microsoft.com/office/drawing/2014/main" id="{71E4D0BA-EE82-6E20-5A44-AEAFFBC11528}"/>
              </a:ext>
            </a:extLst>
          </p:cNvPr>
          <p:cNvGrpSpPr/>
          <p:nvPr/>
        </p:nvGrpSpPr>
        <p:grpSpPr>
          <a:xfrm rot="4426397">
            <a:off x="724914" y="171185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>
              <a:extLst>
                <a:ext uri="{FF2B5EF4-FFF2-40B4-BE49-F238E27FC236}">
                  <a16:creationId xmlns:a16="http://schemas.microsoft.com/office/drawing/2014/main" id="{AC52BF44-03F3-BDD9-E02C-5DD7F0389B5C}"/>
                </a:ext>
              </a:extLst>
            </p:cNvPr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>
                <a:extLst>
                  <a:ext uri="{FF2B5EF4-FFF2-40B4-BE49-F238E27FC236}">
                    <a16:creationId xmlns:a16="http://schemas.microsoft.com/office/drawing/2014/main" id="{9A4CDC7F-F4CE-4479-7F3B-195096AFA168}"/>
                  </a:ext>
                </a:extLst>
              </p:cNvPr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>
                <a:extLst>
                  <a:ext uri="{FF2B5EF4-FFF2-40B4-BE49-F238E27FC236}">
                    <a16:creationId xmlns:a16="http://schemas.microsoft.com/office/drawing/2014/main" id="{22646299-DAAF-67AD-20E4-FAEB541CFCB7}"/>
                  </a:ext>
                </a:extLst>
              </p:cNvPr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>
              <a:extLst>
                <a:ext uri="{FF2B5EF4-FFF2-40B4-BE49-F238E27FC236}">
                  <a16:creationId xmlns:a16="http://schemas.microsoft.com/office/drawing/2014/main" id="{9868C61F-22E5-E891-E1C1-6A427D5F4E38}"/>
                </a:ext>
              </a:extLst>
            </p:cNvPr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>
                <a:extLst>
                  <a:ext uri="{FF2B5EF4-FFF2-40B4-BE49-F238E27FC236}">
                    <a16:creationId xmlns:a16="http://schemas.microsoft.com/office/drawing/2014/main" id="{6070C91B-87D0-C81F-4339-EB182E675099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>
                <a:extLst>
                  <a:ext uri="{FF2B5EF4-FFF2-40B4-BE49-F238E27FC236}">
                    <a16:creationId xmlns:a16="http://schemas.microsoft.com/office/drawing/2014/main" id="{28AE8013-B6EC-FDE7-5CC0-CC7DFBC2DF1E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3" name="Google Shape;1103;p32">
            <a:extLst>
              <a:ext uri="{FF2B5EF4-FFF2-40B4-BE49-F238E27FC236}">
                <a16:creationId xmlns:a16="http://schemas.microsoft.com/office/drawing/2014/main" id="{0E9D3717-66E4-4855-F6FC-EEC18FAEBF37}"/>
              </a:ext>
            </a:extLst>
          </p:cNvPr>
          <p:cNvGrpSpPr/>
          <p:nvPr/>
        </p:nvGrpSpPr>
        <p:grpSpPr>
          <a:xfrm>
            <a:off x="1988333" y="1264850"/>
            <a:ext cx="3011003" cy="192185"/>
            <a:chOff x="4873322" y="2177404"/>
            <a:chExt cx="3011003" cy="192185"/>
          </a:xfrm>
        </p:grpSpPr>
        <p:sp>
          <p:nvSpPr>
            <p:cNvPr id="1104" name="Google Shape;1104;p32">
              <a:extLst>
                <a:ext uri="{FF2B5EF4-FFF2-40B4-BE49-F238E27FC236}">
                  <a16:creationId xmlns:a16="http://schemas.microsoft.com/office/drawing/2014/main" id="{1744B965-CE5E-8615-DC80-64482ED10298}"/>
                </a:ext>
              </a:extLst>
            </p:cNvPr>
            <p:cNvSpPr/>
            <p:nvPr/>
          </p:nvSpPr>
          <p:spPr>
            <a:xfrm rot="-2700000" flipH="1">
              <a:off x="6184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5" name="Google Shape;1105;p32">
              <a:extLst>
                <a:ext uri="{FF2B5EF4-FFF2-40B4-BE49-F238E27FC236}">
                  <a16:creationId xmlns:a16="http://schemas.microsoft.com/office/drawing/2014/main" id="{C5DD9FAF-9B85-CB7A-D0BE-3B0C06CEBBBE}"/>
                </a:ext>
              </a:extLst>
            </p:cNvPr>
            <p:cNvCxnSpPr>
              <a:stCxn id="1106" idx="6"/>
              <a:endCxn id="1107" idx="2"/>
            </p:cNvCxnSpPr>
            <p:nvPr/>
          </p:nvCxnSpPr>
          <p:spPr>
            <a:xfrm rot="10800000">
              <a:off x="4930225" y="2272525"/>
              <a:ext cx="2897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32">
              <a:extLst>
                <a:ext uri="{FF2B5EF4-FFF2-40B4-BE49-F238E27FC236}">
                  <a16:creationId xmlns:a16="http://schemas.microsoft.com/office/drawing/2014/main" id="{05FD4CF2-60A2-CDD7-19A9-5EE63AFCCBAB}"/>
                </a:ext>
              </a:extLst>
            </p:cNvPr>
            <p:cNvSpPr/>
            <p:nvPr/>
          </p:nvSpPr>
          <p:spPr>
            <a:xfrm flipH="1">
              <a:off x="487332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>
              <a:extLst>
                <a:ext uri="{FF2B5EF4-FFF2-40B4-BE49-F238E27FC236}">
                  <a16:creationId xmlns:a16="http://schemas.microsoft.com/office/drawing/2014/main" id="{135E4711-8417-F589-BFE6-A020F61C95E6}"/>
                </a:ext>
              </a:extLst>
            </p:cNvPr>
            <p:cNvSpPr/>
            <p:nvPr/>
          </p:nvSpPr>
          <p:spPr>
            <a:xfrm flipH="1">
              <a:off x="7827325" y="2244025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489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>
          <a:extLst>
            <a:ext uri="{FF2B5EF4-FFF2-40B4-BE49-F238E27FC236}">
              <a16:creationId xmlns:a16="http://schemas.microsoft.com/office/drawing/2014/main" id="{06264390-C5E7-7A89-D93C-ADCE191D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46">
            <a:extLst>
              <a:ext uri="{FF2B5EF4-FFF2-40B4-BE49-F238E27FC236}">
                <a16:creationId xmlns:a16="http://schemas.microsoft.com/office/drawing/2014/main" id="{CE326206-0466-AD00-0325-E035E46313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9802" y="327632"/>
            <a:ext cx="5120779" cy="61327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Detección de Movimiento</a:t>
            </a:r>
            <a:endParaRPr dirty="0"/>
          </a:p>
        </p:txBody>
      </p:sp>
      <p:sp>
        <p:nvSpPr>
          <p:cNvPr id="1633" name="Google Shape;1633;p46">
            <a:extLst>
              <a:ext uri="{FF2B5EF4-FFF2-40B4-BE49-F238E27FC236}">
                <a16:creationId xmlns:a16="http://schemas.microsoft.com/office/drawing/2014/main" id="{FD30740B-65BD-A526-2F1B-AC2915104A4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9805" y="1432731"/>
            <a:ext cx="6311327" cy="1139019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La detección de movimiento es una técnica fundamental en la visión por computadora y se usa en aplicaciones como vigilancia, conteo de personas, seguimiento de objetos y análisis de tráfico.</a:t>
            </a:r>
            <a:endParaRPr dirty="0"/>
          </a:p>
        </p:txBody>
      </p:sp>
      <p:sp>
        <p:nvSpPr>
          <p:cNvPr id="7" name="Google Shape;1633;p46">
            <a:extLst>
              <a:ext uri="{FF2B5EF4-FFF2-40B4-BE49-F238E27FC236}">
                <a16:creationId xmlns:a16="http://schemas.microsoft.com/office/drawing/2014/main" id="{B32BC2CF-C0F5-2F2F-71FC-8FB1FFB6A4E3}"/>
              </a:ext>
            </a:extLst>
          </p:cNvPr>
          <p:cNvSpPr txBox="1">
            <a:spLocks/>
          </p:cNvSpPr>
          <p:nvPr/>
        </p:nvSpPr>
        <p:spPr>
          <a:xfrm>
            <a:off x="3122762" y="2571750"/>
            <a:ext cx="5555079" cy="1430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/>
            <a:r>
              <a:rPr lang="es-MX" dirty="0"/>
              <a:t>Uno de los métodos para la sustracción de fondo más utilizados es </a:t>
            </a:r>
            <a:r>
              <a:rPr lang="es-MX" b="1" dirty="0"/>
              <a:t>cv2</a:t>
            </a:r>
            <a:r>
              <a:rPr lang="es-MX" dirty="0"/>
              <a:t>.</a:t>
            </a:r>
            <a:r>
              <a:rPr lang="es-MX" b="1" dirty="0"/>
              <a:t>createBackgroundSubtractorMOG2( )</a:t>
            </a:r>
            <a:r>
              <a:rPr lang="es-MX" dirty="0"/>
              <a:t> , que permite identificar los cambios en la escena y separar el fondo del primer plano</a:t>
            </a:r>
          </a:p>
        </p:txBody>
      </p:sp>
    </p:spTree>
    <p:extLst>
      <p:ext uri="{BB962C8B-B14F-4D97-AF65-F5344CB8AC3E}">
        <p14:creationId xmlns:p14="http://schemas.microsoft.com/office/powerpoint/2010/main" val="293998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1F864025-0E40-2D0E-94FE-FBC88AE46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1">
            <a:extLst>
              <a:ext uri="{FF2B5EF4-FFF2-40B4-BE49-F238E27FC236}">
                <a16:creationId xmlns:a16="http://schemas.microsoft.com/office/drawing/2014/main" id="{FD2C94E8-BD94-C847-096B-866B8F328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1442" y="556250"/>
            <a:ext cx="5669708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Aplicaciones en Tiempo Real: </a:t>
            </a:r>
            <a:endParaRPr dirty="0"/>
          </a:p>
        </p:txBody>
      </p:sp>
      <p:sp>
        <p:nvSpPr>
          <p:cNvPr id="1040" name="Google Shape;1040;p31">
            <a:extLst>
              <a:ext uri="{FF2B5EF4-FFF2-40B4-BE49-F238E27FC236}">
                <a16:creationId xmlns:a16="http://schemas.microsoft.com/office/drawing/2014/main" id="{403141FA-E96B-6A60-3BA4-8D45ECC5F9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7676" y="1847330"/>
            <a:ext cx="7903562" cy="165064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El seguimiento de objetos en tiempo real es una aplicación avanzada de visión por computadora que permite monitorear y rastrear el movimiento de un objeto a lo largo de una secuencia de video.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Esta técnica se usa en aplicaciones como vigilancia, análisis de deportes, vehículos autónomos, y sistemas de control de tráfico.</a:t>
            </a:r>
          </a:p>
        </p:txBody>
      </p:sp>
      <p:sp>
        <p:nvSpPr>
          <p:cNvPr id="1041" name="Google Shape;1041;p31">
            <a:extLst>
              <a:ext uri="{FF2B5EF4-FFF2-40B4-BE49-F238E27FC236}">
                <a16:creationId xmlns:a16="http://schemas.microsoft.com/office/drawing/2014/main" id="{25B79558-12D6-C1BA-8240-4270D0E0EE2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5115" y="1371325"/>
            <a:ext cx="3408935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Seguimiento de objetos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D0C39072-A5D3-234F-8165-6E907057A18D}"/>
              </a:ext>
            </a:extLst>
          </p:cNvPr>
          <p:cNvGrpSpPr/>
          <p:nvPr/>
        </p:nvGrpSpPr>
        <p:grpSpPr>
          <a:xfrm>
            <a:off x="2980048" y="946874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31DB5967-9DF9-AB16-091E-DE2F2F227B44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E9E8B909-AA7F-E6E4-6DC8-F5B3EF5256E8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749AA582-DC35-4C04-2D3B-197D7778ADBC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456A57B3-E3C5-9608-2BB1-2DDA5AAE67A9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23558497-A111-79C8-1C71-11CDE81422C3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1A2C4D1C-8172-93F0-167E-82A84745E4B3}"/>
              </a:ext>
            </a:extLst>
          </p:cNvPr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D89153B6-29FA-AF8C-81C1-DC38BD1FA2DA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B5C1CC8C-8CC0-F9C0-CAB6-0270D8E72FCD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819B2BCA-9870-690B-6C18-D03AC9470406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D6359227-C434-5442-33D9-BCC0AAF1DDF9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F90098E8-F3CF-9C45-FDD7-205BC5BD90A1}"/>
              </a:ext>
            </a:extLst>
          </p:cNvPr>
          <p:cNvGrpSpPr/>
          <p:nvPr/>
        </p:nvGrpSpPr>
        <p:grpSpPr>
          <a:xfrm>
            <a:off x="338165" y="4031859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FDBD9DF2-E378-05BE-2BE0-90795F011ABB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483D834F-0E91-4221-E342-F473BC8CA087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51A07DA8-013B-66FB-E83B-3EBEFBE65477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C5975F20-68FB-9CE8-3920-C709AE6E2860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C519AD07-AADF-ED1F-2CC5-2403925D464D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77CC4F34-F63B-BB77-42CC-E734F06525FC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AAA8CE27-8BE3-1BF6-F429-CA8CBAE63F9D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229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>
          <a:extLst>
            <a:ext uri="{FF2B5EF4-FFF2-40B4-BE49-F238E27FC236}">
              <a16:creationId xmlns:a16="http://schemas.microsoft.com/office/drawing/2014/main" id="{E20D7B62-3E3C-3C69-1945-998E34F6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1">
            <a:extLst>
              <a:ext uri="{FF2B5EF4-FFF2-40B4-BE49-F238E27FC236}">
                <a16:creationId xmlns:a16="http://schemas.microsoft.com/office/drawing/2014/main" id="{88FAE026-1458-BED3-49C7-43C34F6931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8802" y="1660787"/>
            <a:ext cx="7081201" cy="2298298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OpenCV ofrece varios algoritmos de rastreo para realizar un seguimiento de objetos específicos.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Entre los algoritmos más populares se encuentran: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•	MOSSE (rápido y adecuado para seguimiento en 	tiempo real)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lang="es-MX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r>
              <a:rPr lang="es-MX" dirty="0"/>
              <a:t>•	CSRT (más preciso)</a:t>
            </a:r>
          </a:p>
        </p:txBody>
      </p:sp>
      <p:sp>
        <p:nvSpPr>
          <p:cNvPr id="1041" name="Google Shape;1041;p31">
            <a:extLst>
              <a:ext uri="{FF2B5EF4-FFF2-40B4-BE49-F238E27FC236}">
                <a16:creationId xmlns:a16="http://schemas.microsoft.com/office/drawing/2014/main" id="{D6B396B2-B5BE-9126-24BF-B60168BA6AB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5115" y="681358"/>
            <a:ext cx="3408935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Seguimiento de objetos</a:t>
            </a:r>
            <a:endParaRPr dirty="0"/>
          </a:p>
        </p:txBody>
      </p:sp>
      <p:grpSp>
        <p:nvGrpSpPr>
          <p:cNvPr id="1042" name="Google Shape;1042;p31">
            <a:extLst>
              <a:ext uri="{FF2B5EF4-FFF2-40B4-BE49-F238E27FC236}">
                <a16:creationId xmlns:a16="http://schemas.microsoft.com/office/drawing/2014/main" id="{26B4CEC5-D52E-2B9A-45BC-55F06EA88C02}"/>
              </a:ext>
            </a:extLst>
          </p:cNvPr>
          <p:cNvGrpSpPr/>
          <p:nvPr/>
        </p:nvGrpSpPr>
        <p:grpSpPr>
          <a:xfrm>
            <a:off x="2980048" y="946874"/>
            <a:ext cx="5921700" cy="192184"/>
            <a:chOff x="902597" y="1069304"/>
            <a:chExt cx="5921700" cy="192184"/>
          </a:xfrm>
        </p:grpSpPr>
        <p:grpSp>
          <p:nvGrpSpPr>
            <p:cNvPr id="1043" name="Google Shape;1043;p31">
              <a:extLst>
                <a:ext uri="{FF2B5EF4-FFF2-40B4-BE49-F238E27FC236}">
                  <a16:creationId xmlns:a16="http://schemas.microsoft.com/office/drawing/2014/main" id="{EC973D4A-8C37-9382-C3AE-7477DB289BD5}"/>
                </a:ext>
              </a:extLst>
            </p:cNvPr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044" name="Google Shape;1044;p31">
                <a:extLst>
                  <a:ext uri="{FF2B5EF4-FFF2-40B4-BE49-F238E27FC236}">
                    <a16:creationId xmlns:a16="http://schemas.microsoft.com/office/drawing/2014/main" id="{B666239F-63BF-CA89-CBE0-7F15A7975E2B}"/>
                  </a:ext>
                </a:extLst>
              </p:cNvPr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>
                <a:extLst>
                  <a:ext uri="{FF2B5EF4-FFF2-40B4-BE49-F238E27FC236}">
                    <a16:creationId xmlns:a16="http://schemas.microsoft.com/office/drawing/2014/main" id="{36B011C8-479B-403A-C213-5D8D5BFEE569}"/>
                  </a:ext>
                </a:extLst>
              </p:cNvPr>
              <p:cNvCxnSpPr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>
                <a:extLst>
                  <a:ext uri="{FF2B5EF4-FFF2-40B4-BE49-F238E27FC236}">
                    <a16:creationId xmlns:a16="http://schemas.microsoft.com/office/drawing/2014/main" id="{F8DFE9B3-AC29-2506-2003-8253CCEC8743}"/>
                  </a:ext>
                </a:extLst>
              </p:cNvPr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>
              <a:extLst>
                <a:ext uri="{FF2B5EF4-FFF2-40B4-BE49-F238E27FC236}">
                  <a16:creationId xmlns:a16="http://schemas.microsoft.com/office/drawing/2014/main" id="{7446A9E5-DA45-5051-E65D-CFBCA347EF82}"/>
                </a:ext>
              </a:extLst>
            </p:cNvPr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31">
            <a:extLst>
              <a:ext uri="{FF2B5EF4-FFF2-40B4-BE49-F238E27FC236}">
                <a16:creationId xmlns:a16="http://schemas.microsoft.com/office/drawing/2014/main" id="{723A143E-B16B-A2F2-5FFD-DE69C8C7B191}"/>
              </a:ext>
            </a:extLst>
          </p:cNvPr>
          <p:cNvGrpSpPr/>
          <p:nvPr/>
        </p:nvGrpSpPr>
        <p:grpSpPr>
          <a:xfrm>
            <a:off x="6656926" y="4510871"/>
            <a:ext cx="713803" cy="706547"/>
            <a:chOff x="-4017975" y="616650"/>
            <a:chExt cx="814100" cy="805825"/>
          </a:xfrm>
        </p:grpSpPr>
        <p:sp>
          <p:nvSpPr>
            <p:cNvPr id="1057" name="Google Shape;1057;p31">
              <a:extLst>
                <a:ext uri="{FF2B5EF4-FFF2-40B4-BE49-F238E27FC236}">
                  <a16:creationId xmlns:a16="http://schemas.microsoft.com/office/drawing/2014/main" id="{5B43C4F1-8A0B-7C98-4E18-CB56F95440FE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>
              <a:extLst>
                <a:ext uri="{FF2B5EF4-FFF2-40B4-BE49-F238E27FC236}">
                  <a16:creationId xmlns:a16="http://schemas.microsoft.com/office/drawing/2014/main" id="{321A7964-EED2-4BB9-FD10-DECFF95883FA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>
              <a:extLst>
                <a:ext uri="{FF2B5EF4-FFF2-40B4-BE49-F238E27FC236}">
                  <a16:creationId xmlns:a16="http://schemas.microsoft.com/office/drawing/2014/main" id="{C5FB070F-3898-84EF-ADE1-E273AF252313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>
              <a:extLst>
                <a:ext uri="{FF2B5EF4-FFF2-40B4-BE49-F238E27FC236}">
                  <a16:creationId xmlns:a16="http://schemas.microsoft.com/office/drawing/2014/main" id="{AFFB8CF1-D56A-9E04-FD60-B5531CEC20A7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>
            <a:extLst>
              <a:ext uri="{FF2B5EF4-FFF2-40B4-BE49-F238E27FC236}">
                <a16:creationId xmlns:a16="http://schemas.microsoft.com/office/drawing/2014/main" id="{1FA35C08-5145-9108-F62D-4178C85A0E63}"/>
              </a:ext>
            </a:extLst>
          </p:cNvPr>
          <p:cNvGrpSpPr/>
          <p:nvPr/>
        </p:nvGrpSpPr>
        <p:grpSpPr>
          <a:xfrm>
            <a:off x="338165" y="4031859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>
              <a:extLst>
                <a:ext uri="{FF2B5EF4-FFF2-40B4-BE49-F238E27FC236}">
                  <a16:creationId xmlns:a16="http://schemas.microsoft.com/office/drawing/2014/main" id="{D923C7B9-9C17-6D78-3D6B-CB1F90F94196}"/>
                </a:ext>
              </a:extLst>
            </p:cNvPr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>
                <a:extLst>
                  <a:ext uri="{FF2B5EF4-FFF2-40B4-BE49-F238E27FC236}">
                    <a16:creationId xmlns:a16="http://schemas.microsoft.com/office/drawing/2014/main" id="{EDA10BAC-597D-941A-65BA-6091E23F7C00}"/>
                  </a:ext>
                </a:extLst>
              </p:cNvPr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>
                <a:extLst>
                  <a:ext uri="{FF2B5EF4-FFF2-40B4-BE49-F238E27FC236}">
                    <a16:creationId xmlns:a16="http://schemas.microsoft.com/office/drawing/2014/main" id="{1E1387DF-BBDE-60FE-41D7-9843F589000D}"/>
                  </a:ext>
                </a:extLst>
              </p:cNvPr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>
              <a:extLst>
                <a:ext uri="{FF2B5EF4-FFF2-40B4-BE49-F238E27FC236}">
                  <a16:creationId xmlns:a16="http://schemas.microsoft.com/office/drawing/2014/main" id="{9CE49CFA-C47C-48D3-55F1-CA0F73A168BB}"/>
                </a:ext>
              </a:extLst>
            </p:cNvPr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>
                <a:extLst>
                  <a:ext uri="{FF2B5EF4-FFF2-40B4-BE49-F238E27FC236}">
                    <a16:creationId xmlns:a16="http://schemas.microsoft.com/office/drawing/2014/main" id="{AE88B51C-C830-B1CD-06C4-661B3BC40F43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>
                <a:extLst>
                  <a:ext uri="{FF2B5EF4-FFF2-40B4-BE49-F238E27FC236}">
                    <a16:creationId xmlns:a16="http://schemas.microsoft.com/office/drawing/2014/main" id="{D744CAD4-6B0E-0DF6-C750-C47DAF19B297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>
                <a:extLst>
                  <a:ext uri="{FF2B5EF4-FFF2-40B4-BE49-F238E27FC236}">
                    <a16:creationId xmlns:a16="http://schemas.microsoft.com/office/drawing/2014/main" id="{3F1E03FD-5B64-3EF3-1341-36625437C8BF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4086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>
          <a:extLst>
            <a:ext uri="{FF2B5EF4-FFF2-40B4-BE49-F238E27FC236}">
              <a16:creationId xmlns:a16="http://schemas.microsoft.com/office/drawing/2014/main" id="{88CBE7E5-E5B1-B70D-16B3-DFAF1DA0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>
            <a:extLst>
              <a:ext uri="{FF2B5EF4-FFF2-40B4-BE49-F238E27FC236}">
                <a16:creationId xmlns:a16="http://schemas.microsoft.com/office/drawing/2014/main" id="{DE7288A4-10F1-5FBE-23DB-31322751E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4528" y="787425"/>
            <a:ext cx="1800847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114" name="Google Shape;1114;p33">
            <a:extLst>
              <a:ext uri="{FF2B5EF4-FFF2-40B4-BE49-F238E27FC236}">
                <a16:creationId xmlns:a16="http://schemas.microsoft.com/office/drawing/2014/main" id="{262BC984-2A1C-3A53-A709-CA02E3723D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01328" y="3643263"/>
            <a:ext cx="4544047" cy="1110962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Aplicación en Detección de Personas</a:t>
            </a:r>
            <a:endParaRPr dirty="0"/>
          </a:p>
        </p:txBody>
      </p:sp>
      <p:grpSp>
        <p:nvGrpSpPr>
          <p:cNvPr id="1115" name="Google Shape;1115;p33">
            <a:extLst>
              <a:ext uri="{FF2B5EF4-FFF2-40B4-BE49-F238E27FC236}">
                <a16:creationId xmlns:a16="http://schemas.microsoft.com/office/drawing/2014/main" id="{6E8F78BB-6189-F458-62D3-61E1156FD42B}"/>
              </a:ext>
            </a:extLst>
          </p:cNvPr>
          <p:cNvGrpSpPr/>
          <p:nvPr/>
        </p:nvGrpSpPr>
        <p:grpSpPr>
          <a:xfrm>
            <a:off x="2972897" y="2089316"/>
            <a:ext cx="3478000" cy="192185"/>
            <a:chOff x="4788672" y="2177404"/>
            <a:chExt cx="3478000" cy="192185"/>
          </a:xfrm>
        </p:grpSpPr>
        <p:sp>
          <p:nvSpPr>
            <p:cNvPr id="1116" name="Google Shape;1116;p33">
              <a:extLst>
                <a:ext uri="{FF2B5EF4-FFF2-40B4-BE49-F238E27FC236}">
                  <a16:creationId xmlns:a16="http://schemas.microsoft.com/office/drawing/2014/main" id="{EE6CC97D-EBD1-7228-6503-AA71F099912D}"/>
                </a:ext>
              </a:extLst>
            </p:cNvPr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>
              <a:extLst>
                <a:ext uri="{FF2B5EF4-FFF2-40B4-BE49-F238E27FC236}">
                  <a16:creationId xmlns:a16="http://schemas.microsoft.com/office/drawing/2014/main" id="{97722E2F-CB6C-530E-CA87-F5C80BE730BD}"/>
                </a:ext>
              </a:extLst>
            </p:cNvPr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>
              <a:extLst>
                <a:ext uri="{FF2B5EF4-FFF2-40B4-BE49-F238E27FC236}">
                  <a16:creationId xmlns:a16="http://schemas.microsoft.com/office/drawing/2014/main" id="{A2EC5DC3-36FC-EFDB-8FCD-8677D1987A05}"/>
                </a:ext>
              </a:extLst>
            </p:cNvPr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>
              <a:extLst>
                <a:ext uri="{FF2B5EF4-FFF2-40B4-BE49-F238E27FC236}">
                  <a16:creationId xmlns:a16="http://schemas.microsoft.com/office/drawing/2014/main" id="{957BE92F-03DE-35D7-C3C6-829CFD6E97F8}"/>
                </a:ext>
              </a:extLst>
            </p:cNvPr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>
            <a:extLst>
              <a:ext uri="{FF2B5EF4-FFF2-40B4-BE49-F238E27FC236}">
                <a16:creationId xmlns:a16="http://schemas.microsoft.com/office/drawing/2014/main" id="{A58BF7FF-8F0C-CB0F-FC45-1FE9C99B2514}"/>
              </a:ext>
            </a:extLst>
          </p:cNvPr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>
              <a:extLst>
                <a:ext uri="{FF2B5EF4-FFF2-40B4-BE49-F238E27FC236}">
                  <a16:creationId xmlns:a16="http://schemas.microsoft.com/office/drawing/2014/main" id="{E167F903-0B86-0F7B-1845-FDA99148AAA7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>
              <a:extLst>
                <a:ext uri="{FF2B5EF4-FFF2-40B4-BE49-F238E27FC236}">
                  <a16:creationId xmlns:a16="http://schemas.microsoft.com/office/drawing/2014/main" id="{E448AE7B-F6F5-8243-1FD9-988B6602F937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>
              <a:extLst>
                <a:ext uri="{FF2B5EF4-FFF2-40B4-BE49-F238E27FC236}">
                  <a16:creationId xmlns:a16="http://schemas.microsoft.com/office/drawing/2014/main" id="{055DCF31-3EA5-BC39-87BD-CE454669ED4E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>
              <a:extLst>
                <a:ext uri="{FF2B5EF4-FFF2-40B4-BE49-F238E27FC236}">
                  <a16:creationId xmlns:a16="http://schemas.microsoft.com/office/drawing/2014/main" id="{A5174F1E-B9BA-91CA-C27B-2F0134547654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>
              <a:extLst>
                <a:ext uri="{FF2B5EF4-FFF2-40B4-BE49-F238E27FC236}">
                  <a16:creationId xmlns:a16="http://schemas.microsoft.com/office/drawing/2014/main" id="{4FFC8FAB-3514-089E-C698-E337F5BF0226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>
              <a:extLst>
                <a:ext uri="{FF2B5EF4-FFF2-40B4-BE49-F238E27FC236}">
                  <a16:creationId xmlns:a16="http://schemas.microsoft.com/office/drawing/2014/main" id="{0C3BB272-A50B-4C98-BECC-EF77D2C43699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>
              <a:extLst>
                <a:ext uri="{FF2B5EF4-FFF2-40B4-BE49-F238E27FC236}">
                  <a16:creationId xmlns:a16="http://schemas.microsoft.com/office/drawing/2014/main" id="{C7B96EEB-ADBB-83A4-F887-987AF9D28380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>
              <a:extLst>
                <a:ext uri="{FF2B5EF4-FFF2-40B4-BE49-F238E27FC236}">
                  <a16:creationId xmlns:a16="http://schemas.microsoft.com/office/drawing/2014/main" id="{BEF4C125-2243-A6BF-5D93-4C3D899C45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>
              <a:extLst>
                <a:ext uri="{FF2B5EF4-FFF2-40B4-BE49-F238E27FC236}">
                  <a16:creationId xmlns:a16="http://schemas.microsoft.com/office/drawing/2014/main" id="{2E888E35-CEC5-DE24-F066-BBC653AA95DD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>
              <a:extLst>
                <a:ext uri="{FF2B5EF4-FFF2-40B4-BE49-F238E27FC236}">
                  <a16:creationId xmlns:a16="http://schemas.microsoft.com/office/drawing/2014/main" id="{DEEC3CFC-125D-BE4F-D0EB-CA2FDE77FDDB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>
              <a:extLst>
                <a:ext uri="{FF2B5EF4-FFF2-40B4-BE49-F238E27FC236}">
                  <a16:creationId xmlns:a16="http://schemas.microsoft.com/office/drawing/2014/main" id="{988BCC38-9F2F-47C7-6250-5C41517BFDBE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>
              <a:extLst>
                <a:ext uri="{FF2B5EF4-FFF2-40B4-BE49-F238E27FC236}">
                  <a16:creationId xmlns:a16="http://schemas.microsoft.com/office/drawing/2014/main" id="{6EEF12EC-BC3B-90CD-9DBB-F258840D1029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>
              <a:extLst>
                <a:ext uri="{FF2B5EF4-FFF2-40B4-BE49-F238E27FC236}">
                  <a16:creationId xmlns:a16="http://schemas.microsoft.com/office/drawing/2014/main" id="{F0351779-13B5-5E8E-3DF2-7D37DD1198AA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>
              <a:extLst>
                <a:ext uri="{FF2B5EF4-FFF2-40B4-BE49-F238E27FC236}">
                  <a16:creationId xmlns:a16="http://schemas.microsoft.com/office/drawing/2014/main" id="{5CAA4E4D-63EE-DAD6-60DA-23C7F1560C48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>
              <a:extLst>
                <a:ext uri="{FF2B5EF4-FFF2-40B4-BE49-F238E27FC236}">
                  <a16:creationId xmlns:a16="http://schemas.microsoft.com/office/drawing/2014/main" id="{D76284CB-1782-364E-8170-ABE0A19ACDB9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>
              <a:extLst>
                <a:ext uri="{FF2B5EF4-FFF2-40B4-BE49-F238E27FC236}">
                  <a16:creationId xmlns:a16="http://schemas.microsoft.com/office/drawing/2014/main" id="{B875E2E4-3B23-E06C-A2FC-A2CCEF8995C3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>
              <a:extLst>
                <a:ext uri="{FF2B5EF4-FFF2-40B4-BE49-F238E27FC236}">
                  <a16:creationId xmlns:a16="http://schemas.microsoft.com/office/drawing/2014/main" id="{95949E00-6E65-93ED-E809-861DB0EF8B68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>
              <a:extLst>
                <a:ext uri="{FF2B5EF4-FFF2-40B4-BE49-F238E27FC236}">
                  <a16:creationId xmlns:a16="http://schemas.microsoft.com/office/drawing/2014/main" id="{16ABA4FF-6454-F932-CFBF-D240043B9C63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>
              <a:extLst>
                <a:ext uri="{FF2B5EF4-FFF2-40B4-BE49-F238E27FC236}">
                  <a16:creationId xmlns:a16="http://schemas.microsoft.com/office/drawing/2014/main" id="{0FEECEDF-EB9C-3E08-33EB-A84D73C4715C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>
              <a:extLst>
                <a:ext uri="{FF2B5EF4-FFF2-40B4-BE49-F238E27FC236}">
                  <a16:creationId xmlns:a16="http://schemas.microsoft.com/office/drawing/2014/main" id="{835FB9E7-1EC1-E65F-F1E4-0359E145F9FA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>
              <a:extLst>
                <a:ext uri="{FF2B5EF4-FFF2-40B4-BE49-F238E27FC236}">
                  <a16:creationId xmlns:a16="http://schemas.microsoft.com/office/drawing/2014/main" id="{2770AB61-6F35-360F-F877-C529FCAADD0F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>
              <a:extLst>
                <a:ext uri="{FF2B5EF4-FFF2-40B4-BE49-F238E27FC236}">
                  <a16:creationId xmlns:a16="http://schemas.microsoft.com/office/drawing/2014/main" id="{DC993985-1111-770B-F768-B2740000CF42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>
              <a:extLst>
                <a:ext uri="{FF2B5EF4-FFF2-40B4-BE49-F238E27FC236}">
                  <a16:creationId xmlns:a16="http://schemas.microsoft.com/office/drawing/2014/main" id="{B130A608-817E-2CDD-42F9-D6FC40026261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>
              <a:extLst>
                <a:ext uri="{FF2B5EF4-FFF2-40B4-BE49-F238E27FC236}">
                  <a16:creationId xmlns:a16="http://schemas.microsoft.com/office/drawing/2014/main" id="{EB49FC6E-D0C5-8E55-2888-4B1CB8160F56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>
              <a:extLst>
                <a:ext uri="{FF2B5EF4-FFF2-40B4-BE49-F238E27FC236}">
                  <a16:creationId xmlns:a16="http://schemas.microsoft.com/office/drawing/2014/main" id="{4B3591C5-993F-F598-9709-0A93ADD07545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>
            <a:extLst>
              <a:ext uri="{FF2B5EF4-FFF2-40B4-BE49-F238E27FC236}">
                <a16:creationId xmlns:a16="http://schemas.microsoft.com/office/drawing/2014/main" id="{651BD132-E164-9B35-2646-EBC0C9668EB7}"/>
              </a:ext>
            </a:extLst>
          </p:cNvPr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>
              <a:extLst>
                <a:ext uri="{FF2B5EF4-FFF2-40B4-BE49-F238E27FC236}">
                  <a16:creationId xmlns:a16="http://schemas.microsoft.com/office/drawing/2014/main" id="{8B830F54-52B5-2D0B-464F-27BC6C94A560}"/>
                </a:ext>
              </a:extLst>
            </p:cNvPr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>
              <a:extLst>
                <a:ext uri="{FF2B5EF4-FFF2-40B4-BE49-F238E27FC236}">
                  <a16:creationId xmlns:a16="http://schemas.microsoft.com/office/drawing/2014/main" id="{7A01E2CF-D8AC-85A2-13CB-E52AD890C7A7}"/>
                </a:ext>
              </a:extLst>
            </p:cNvPr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>
                <a:extLst>
                  <a:ext uri="{FF2B5EF4-FFF2-40B4-BE49-F238E27FC236}">
                    <a16:creationId xmlns:a16="http://schemas.microsoft.com/office/drawing/2014/main" id="{37704D6E-1BFC-3423-CD14-0A5B3CD9D098}"/>
                  </a:ext>
                </a:extLst>
              </p:cNvPr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>
                <a:extLst>
                  <a:ext uri="{FF2B5EF4-FFF2-40B4-BE49-F238E27FC236}">
                    <a16:creationId xmlns:a16="http://schemas.microsoft.com/office/drawing/2014/main" id="{30E53018-0445-CEC2-54E9-D0B39AEE47C9}"/>
                  </a:ext>
                </a:extLst>
              </p:cNvPr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>
                <a:extLst>
                  <a:ext uri="{FF2B5EF4-FFF2-40B4-BE49-F238E27FC236}">
                    <a16:creationId xmlns:a16="http://schemas.microsoft.com/office/drawing/2014/main" id="{00C2295B-1E47-10CB-A386-58058C7ED6A8}"/>
                  </a:ext>
                </a:extLst>
              </p:cNvPr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69340ADC-2649-E718-61D0-B57119293C1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618558" y="2347850"/>
            <a:ext cx="5700963" cy="1229100"/>
          </a:xfrm>
        </p:spPr>
        <p:txBody>
          <a:bodyPr/>
          <a:lstStyle/>
          <a:p>
            <a:r>
              <a:rPr lang="es-MX" b="0" dirty="0">
                <a:latin typeface="Leelawadee UI" panose="020B0502040204020203" pitchFamily="34" charset="-34"/>
                <a:cs typeface="Leelawadee UI" panose="020B0502040204020203" pitchFamily="34" charset="-34"/>
              </a:rPr>
              <a:t>Proyecto </a:t>
            </a:r>
            <a:r>
              <a:rPr lang="es-MX" dirty="0">
                <a:latin typeface="Leelawadee UI" panose="020B0502040204020203" pitchFamily="34" charset="-34"/>
                <a:cs typeface="Leelawadee UI" panose="020B0502040204020203" pitchFamily="34" charset="-34"/>
              </a:rPr>
              <a:t>integrador</a:t>
            </a:r>
          </a:p>
        </p:txBody>
      </p:sp>
    </p:spTree>
    <p:extLst>
      <p:ext uri="{BB962C8B-B14F-4D97-AF65-F5344CB8AC3E}">
        <p14:creationId xmlns:p14="http://schemas.microsoft.com/office/powerpoint/2010/main" val="671464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>
          <a:extLst>
            <a:ext uri="{FF2B5EF4-FFF2-40B4-BE49-F238E27FC236}">
              <a16:creationId xmlns:a16="http://schemas.microsoft.com/office/drawing/2014/main" id="{3E34B023-388D-1EE7-8CD4-F317218C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4">
            <a:extLst>
              <a:ext uri="{FF2B5EF4-FFF2-40B4-BE49-F238E27FC236}">
                <a16:creationId xmlns:a16="http://schemas.microsoft.com/office/drawing/2014/main" id="{817447C6-ED19-1521-6342-E404EC60C2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437" y="782334"/>
            <a:ext cx="6600585" cy="53840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 dirty="0"/>
              <a:t>Sistema de reconocimiento facial</a:t>
            </a:r>
            <a:endParaRPr sz="2800" dirty="0"/>
          </a:p>
        </p:txBody>
      </p:sp>
      <p:sp>
        <p:nvSpPr>
          <p:cNvPr id="1157" name="Google Shape;1157;p34">
            <a:extLst>
              <a:ext uri="{FF2B5EF4-FFF2-40B4-BE49-F238E27FC236}">
                <a16:creationId xmlns:a16="http://schemas.microsoft.com/office/drawing/2014/main" id="{4DD5B05D-AAF3-7EC3-B598-A6E1F2D32C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63978" y="1737195"/>
            <a:ext cx="7943431" cy="232959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endParaRPr lang="es-MX" sz="1800" dirty="0"/>
          </a:p>
          <a:p>
            <a:r>
              <a:rPr lang="es-MX" sz="1800" dirty="0"/>
              <a:t>Una aplicación de reconocimiento facial en tiempo real con </a:t>
            </a:r>
            <a:r>
              <a:rPr lang="es-MX" sz="1800" b="1" dirty="0"/>
              <a:t>DeepFace y OpenCV</a:t>
            </a:r>
            <a:r>
              <a:rPr lang="es-MX" sz="1800" dirty="0"/>
              <a:t>. </a:t>
            </a:r>
          </a:p>
          <a:p>
            <a:endParaRPr lang="es-MX" sz="1800" dirty="0"/>
          </a:p>
          <a:p>
            <a:r>
              <a:rPr lang="es-MX" sz="1800" dirty="0"/>
              <a:t>Utiliza una cámara en vivo para detectar rostros y reconocer a personas conocidas en una base de datos, saludándolas por su nombre a través de síntesis de voz. </a:t>
            </a:r>
          </a:p>
        </p:txBody>
      </p:sp>
      <p:grpSp>
        <p:nvGrpSpPr>
          <p:cNvPr id="1158" name="Google Shape;1158;p34">
            <a:extLst>
              <a:ext uri="{FF2B5EF4-FFF2-40B4-BE49-F238E27FC236}">
                <a16:creationId xmlns:a16="http://schemas.microsoft.com/office/drawing/2014/main" id="{BBE33B54-443F-401C-F94B-A03E14602483}"/>
              </a:ext>
            </a:extLst>
          </p:cNvPr>
          <p:cNvGrpSpPr/>
          <p:nvPr/>
        </p:nvGrpSpPr>
        <p:grpSpPr>
          <a:xfrm>
            <a:off x="1648515" y="1258950"/>
            <a:ext cx="3612325" cy="192185"/>
            <a:chOff x="4788672" y="2177404"/>
            <a:chExt cx="3612325" cy="192185"/>
          </a:xfrm>
        </p:grpSpPr>
        <p:sp>
          <p:nvSpPr>
            <p:cNvPr id="1159" name="Google Shape;1159;p34">
              <a:extLst>
                <a:ext uri="{FF2B5EF4-FFF2-40B4-BE49-F238E27FC236}">
                  <a16:creationId xmlns:a16="http://schemas.microsoft.com/office/drawing/2014/main" id="{B7134C8C-308A-D7F5-48BC-DA93D29F0A6A}"/>
                </a:ext>
              </a:extLst>
            </p:cNvPr>
            <p:cNvSpPr/>
            <p:nvPr/>
          </p:nvSpPr>
          <p:spPr>
            <a:xfrm rot="-2700000" flipH="1">
              <a:off x="7708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0" name="Google Shape;1160;p34">
              <a:extLst>
                <a:ext uri="{FF2B5EF4-FFF2-40B4-BE49-F238E27FC236}">
                  <a16:creationId xmlns:a16="http://schemas.microsoft.com/office/drawing/2014/main" id="{A02CA2DD-2CDB-E21D-3FE6-93078EBB5103}"/>
                </a:ext>
              </a:extLst>
            </p:cNvPr>
            <p:cNvCxnSpPr>
              <a:stCxn id="1161" idx="6"/>
              <a:endCxn id="1162" idx="2"/>
            </p:cNvCxnSpPr>
            <p:nvPr/>
          </p:nvCxnSpPr>
          <p:spPr>
            <a:xfrm rot="10800000">
              <a:off x="4845697" y="2272517"/>
              <a:ext cx="3498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2" name="Google Shape;1162;p34">
              <a:extLst>
                <a:ext uri="{FF2B5EF4-FFF2-40B4-BE49-F238E27FC236}">
                  <a16:creationId xmlns:a16="http://schemas.microsoft.com/office/drawing/2014/main" id="{8A36F074-8E09-6414-9F99-A39F0B9976A3}"/>
                </a:ext>
              </a:extLst>
            </p:cNvPr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>
              <a:extLst>
                <a:ext uri="{FF2B5EF4-FFF2-40B4-BE49-F238E27FC236}">
                  <a16:creationId xmlns:a16="http://schemas.microsoft.com/office/drawing/2014/main" id="{FAC6BEFB-D6F2-D61B-8D00-3B33AE3B1C01}"/>
                </a:ext>
              </a:extLst>
            </p:cNvPr>
            <p:cNvSpPr/>
            <p:nvPr/>
          </p:nvSpPr>
          <p:spPr>
            <a:xfrm flipH="1">
              <a:off x="8343997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34">
            <a:extLst>
              <a:ext uri="{FF2B5EF4-FFF2-40B4-BE49-F238E27FC236}">
                <a16:creationId xmlns:a16="http://schemas.microsoft.com/office/drawing/2014/main" id="{0B39C555-3B39-4B6B-2605-05538DEE08B5}"/>
              </a:ext>
            </a:extLst>
          </p:cNvPr>
          <p:cNvGrpSpPr/>
          <p:nvPr/>
        </p:nvGrpSpPr>
        <p:grpSpPr>
          <a:xfrm rot="10800000">
            <a:off x="6987983" y="-77585"/>
            <a:ext cx="1803578" cy="1592367"/>
            <a:chOff x="-4912150" y="-393637"/>
            <a:chExt cx="2057000" cy="1816112"/>
          </a:xfrm>
        </p:grpSpPr>
        <p:sp>
          <p:nvSpPr>
            <p:cNvPr id="1164" name="Google Shape;1164;p34">
              <a:extLst>
                <a:ext uri="{FF2B5EF4-FFF2-40B4-BE49-F238E27FC236}">
                  <a16:creationId xmlns:a16="http://schemas.microsoft.com/office/drawing/2014/main" id="{0B6EB849-1488-5206-5377-47AFE6F43C8B}"/>
                </a:ext>
              </a:extLst>
            </p:cNvPr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>
              <a:extLst>
                <a:ext uri="{FF2B5EF4-FFF2-40B4-BE49-F238E27FC236}">
                  <a16:creationId xmlns:a16="http://schemas.microsoft.com/office/drawing/2014/main" id="{2ACD9674-CD3C-0DAA-7235-3CE0E1FC89F3}"/>
                </a:ext>
              </a:extLst>
            </p:cNvPr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>
              <a:extLst>
                <a:ext uri="{FF2B5EF4-FFF2-40B4-BE49-F238E27FC236}">
                  <a16:creationId xmlns:a16="http://schemas.microsoft.com/office/drawing/2014/main" id="{83FBB23F-1440-1DE2-06AA-FDB8D69487FA}"/>
                </a:ext>
              </a:extLst>
            </p:cNvPr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>
              <a:extLst>
                <a:ext uri="{FF2B5EF4-FFF2-40B4-BE49-F238E27FC236}">
                  <a16:creationId xmlns:a16="http://schemas.microsoft.com/office/drawing/2014/main" id="{64ED43F5-1EA9-9971-5A27-5F74588B9DB3}"/>
                </a:ext>
              </a:extLst>
            </p:cNvPr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>
              <a:extLst>
                <a:ext uri="{FF2B5EF4-FFF2-40B4-BE49-F238E27FC236}">
                  <a16:creationId xmlns:a16="http://schemas.microsoft.com/office/drawing/2014/main" id="{F287DB92-A2B4-2A39-F8E9-09AD07EC4B3B}"/>
                </a:ext>
              </a:extLst>
            </p:cNvPr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>
              <a:extLst>
                <a:ext uri="{FF2B5EF4-FFF2-40B4-BE49-F238E27FC236}">
                  <a16:creationId xmlns:a16="http://schemas.microsoft.com/office/drawing/2014/main" id="{D6F69CCB-FD3F-9423-1D48-D724CA9FDDF6}"/>
                </a:ext>
              </a:extLst>
            </p:cNvPr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>
              <a:extLst>
                <a:ext uri="{FF2B5EF4-FFF2-40B4-BE49-F238E27FC236}">
                  <a16:creationId xmlns:a16="http://schemas.microsoft.com/office/drawing/2014/main" id="{4C3EF659-AC32-63BF-8AA2-DCF7E3DB14FA}"/>
                </a:ext>
              </a:extLst>
            </p:cNvPr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>
              <a:extLst>
                <a:ext uri="{FF2B5EF4-FFF2-40B4-BE49-F238E27FC236}">
                  <a16:creationId xmlns:a16="http://schemas.microsoft.com/office/drawing/2014/main" id="{C90E30F5-1E0F-D61B-CDDC-6C7BBDC22C0A}"/>
                </a:ext>
              </a:extLst>
            </p:cNvPr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>
              <a:extLst>
                <a:ext uri="{FF2B5EF4-FFF2-40B4-BE49-F238E27FC236}">
                  <a16:creationId xmlns:a16="http://schemas.microsoft.com/office/drawing/2014/main" id="{3491C822-F014-4895-F408-0354A9F85AC5}"/>
                </a:ext>
              </a:extLst>
            </p:cNvPr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>
              <a:extLst>
                <a:ext uri="{FF2B5EF4-FFF2-40B4-BE49-F238E27FC236}">
                  <a16:creationId xmlns:a16="http://schemas.microsoft.com/office/drawing/2014/main" id="{39892125-2537-3EF5-036F-D9B932304151}"/>
                </a:ext>
              </a:extLst>
            </p:cNvPr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>
              <a:extLst>
                <a:ext uri="{FF2B5EF4-FFF2-40B4-BE49-F238E27FC236}">
                  <a16:creationId xmlns:a16="http://schemas.microsoft.com/office/drawing/2014/main" id="{B752B4D6-1349-B935-CA24-EE0B67CB806B}"/>
                </a:ext>
              </a:extLst>
            </p:cNvPr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>
              <a:extLst>
                <a:ext uri="{FF2B5EF4-FFF2-40B4-BE49-F238E27FC236}">
                  <a16:creationId xmlns:a16="http://schemas.microsoft.com/office/drawing/2014/main" id="{6C4C5749-3A45-761D-CE6D-77D9AC8AAAC5}"/>
                </a:ext>
              </a:extLst>
            </p:cNvPr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>
              <a:extLst>
                <a:ext uri="{FF2B5EF4-FFF2-40B4-BE49-F238E27FC236}">
                  <a16:creationId xmlns:a16="http://schemas.microsoft.com/office/drawing/2014/main" id="{6E81FEC7-E50B-49C9-BEB5-2595B8F1B15E}"/>
                </a:ext>
              </a:extLst>
            </p:cNvPr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>
              <a:extLst>
                <a:ext uri="{FF2B5EF4-FFF2-40B4-BE49-F238E27FC236}">
                  <a16:creationId xmlns:a16="http://schemas.microsoft.com/office/drawing/2014/main" id="{6561E1A4-F877-A42D-A894-9872F914A00E}"/>
                </a:ext>
              </a:extLst>
            </p:cNvPr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>
              <a:extLst>
                <a:ext uri="{FF2B5EF4-FFF2-40B4-BE49-F238E27FC236}">
                  <a16:creationId xmlns:a16="http://schemas.microsoft.com/office/drawing/2014/main" id="{6D98E2B6-2B51-1727-49D5-39AEF3BC4AF8}"/>
                </a:ext>
              </a:extLst>
            </p:cNvPr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>
              <a:extLst>
                <a:ext uri="{FF2B5EF4-FFF2-40B4-BE49-F238E27FC236}">
                  <a16:creationId xmlns:a16="http://schemas.microsoft.com/office/drawing/2014/main" id="{9881FB8E-D5CB-F76F-07C2-7E708E2AC3C2}"/>
                </a:ext>
              </a:extLst>
            </p:cNvPr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>
              <a:extLst>
                <a:ext uri="{FF2B5EF4-FFF2-40B4-BE49-F238E27FC236}">
                  <a16:creationId xmlns:a16="http://schemas.microsoft.com/office/drawing/2014/main" id="{FEB02369-EDB1-0303-7912-FDBADAFD1FB8}"/>
                </a:ext>
              </a:extLst>
            </p:cNvPr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>
              <a:extLst>
                <a:ext uri="{FF2B5EF4-FFF2-40B4-BE49-F238E27FC236}">
                  <a16:creationId xmlns:a16="http://schemas.microsoft.com/office/drawing/2014/main" id="{1CDC9A8A-77DA-472A-3F28-25DA9B8CC628}"/>
                </a:ext>
              </a:extLst>
            </p:cNvPr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>
              <a:extLst>
                <a:ext uri="{FF2B5EF4-FFF2-40B4-BE49-F238E27FC236}">
                  <a16:creationId xmlns:a16="http://schemas.microsoft.com/office/drawing/2014/main" id="{A5869C99-3DF0-D42A-E1B7-6AF907AE1378}"/>
                </a:ext>
              </a:extLst>
            </p:cNvPr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4">
            <a:extLst>
              <a:ext uri="{FF2B5EF4-FFF2-40B4-BE49-F238E27FC236}">
                <a16:creationId xmlns:a16="http://schemas.microsoft.com/office/drawing/2014/main" id="{4C3A4FC9-DF2F-B011-4D7E-FD2B68BD4D74}"/>
              </a:ext>
            </a:extLst>
          </p:cNvPr>
          <p:cNvGrpSpPr/>
          <p:nvPr/>
        </p:nvGrpSpPr>
        <p:grpSpPr>
          <a:xfrm>
            <a:off x="6513467" y="3459553"/>
            <a:ext cx="1929500" cy="2210100"/>
            <a:chOff x="295725" y="-3462825"/>
            <a:chExt cx="1929500" cy="2210100"/>
          </a:xfrm>
        </p:grpSpPr>
        <p:sp>
          <p:nvSpPr>
            <p:cNvPr id="1184" name="Google Shape;1184;p34">
              <a:extLst>
                <a:ext uri="{FF2B5EF4-FFF2-40B4-BE49-F238E27FC236}">
                  <a16:creationId xmlns:a16="http://schemas.microsoft.com/office/drawing/2014/main" id="{DC4D87E8-7DB0-CEE1-4719-8D8AC07A7E1A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>
              <a:extLst>
                <a:ext uri="{FF2B5EF4-FFF2-40B4-BE49-F238E27FC236}">
                  <a16:creationId xmlns:a16="http://schemas.microsoft.com/office/drawing/2014/main" id="{0F5EDF34-9E56-63D3-299D-6E42CCA2BC76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>
              <a:extLst>
                <a:ext uri="{FF2B5EF4-FFF2-40B4-BE49-F238E27FC236}">
                  <a16:creationId xmlns:a16="http://schemas.microsoft.com/office/drawing/2014/main" id="{747D875C-3E64-1B63-E496-C842F5532B99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>
              <a:extLst>
                <a:ext uri="{FF2B5EF4-FFF2-40B4-BE49-F238E27FC236}">
                  <a16:creationId xmlns:a16="http://schemas.microsoft.com/office/drawing/2014/main" id="{416296E8-104B-1CB3-70FB-E9F779C77E7F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>
              <a:extLst>
                <a:ext uri="{FF2B5EF4-FFF2-40B4-BE49-F238E27FC236}">
                  <a16:creationId xmlns:a16="http://schemas.microsoft.com/office/drawing/2014/main" id="{9E5D7F6A-3B05-058C-12E0-0B39DE8B865B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>
              <a:extLst>
                <a:ext uri="{FF2B5EF4-FFF2-40B4-BE49-F238E27FC236}">
                  <a16:creationId xmlns:a16="http://schemas.microsoft.com/office/drawing/2014/main" id="{204F515A-3536-28A8-5E1B-AE9A41F3E720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>
              <a:extLst>
                <a:ext uri="{FF2B5EF4-FFF2-40B4-BE49-F238E27FC236}">
                  <a16:creationId xmlns:a16="http://schemas.microsoft.com/office/drawing/2014/main" id="{3AFBC500-1F44-499A-EA9E-0E9A62232EC2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>
              <a:extLst>
                <a:ext uri="{FF2B5EF4-FFF2-40B4-BE49-F238E27FC236}">
                  <a16:creationId xmlns:a16="http://schemas.microsoft.com/office/drawing/2014/main" id="{0300013E-728B-81BB-7B5C-CBFF633FB0AD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>
              <a:extLst>
                <a:ext uri="{FF2B5EF4-FFF2-40B4-BE49-F238E27FC236}">
                  <a16:creationId xmlns:a16="http://schemas.microsoft.com/office/drawing/2014/main" id="{7555ACC0-8672-5BDB-77E0-7D96DB937923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>
              <a:extLst>
                <a:ext uri="{FF2B5EF4-FFF2-40B4-BE49-F238E27FC236}">
                  <a16:creationId xmlns:a16="http://schemas.microsoft.com/office/drawing/2014/main" id="{D9091AB1-5BDF-35DB-E34F-A317C5ED70BA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>
              <a:extLst>
                <a:ext uri="{FF2B5EF4-FFF2-40B4-BE49-F238E27FC236}">
                  <a16:creationId xmlns:a16="http://schemas.microsoft.com/office/drawing/2014/main" id="{F82B5A26-A887-4489-9B32-54065247A807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>
              <a:extLst>
                <a:ext uri="{FF2B5EF4-FFF2-40B4-BE49-F238E27FC236}">
                  <a16:creationId xmlns:a16="http://schemas.microsoft.com/office/drawing/2014/main" id="{B0F7D6A3-D32C-9C9D-A8A2-099AFCCD9E04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>
              <a:extLst>
                <a:ext uri="{FF2B5EF4-FFF2-40B4-BE49-F238E27FC236}">
                  <a16:creationId xmlns:a16="http://schemas.microsoft.com/office/drawing/2014/main" id="{ACF28F67-8A68-EA60-0739-3BB4652592B3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>
              <a:extLst>
                <a:ext uri="{FF2B5EF4-FFF2-40B4-BE49-F238E27FC236}">
                  <a16:creationId xmlns:a16="http://schemas.microsoft.com/office/drawing/2014/main" id="{956D0E82-F588-1026-0809-2DDEDDC6D41E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>
              <a:extLst>
                <a:ext uri="{FF2B5EF4-FFF2-40B4-BE49-F238E27FC236}">
                  <a16:creationId xmlns:a16="http://schemas.microsoft.com/office/drawing/2014/main" id="{128A21BE-397F-D1E3-5B39-48A3285764A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>
              <a:extLst>
                <a:ext uri="{FF2B5EF4-FFF2-40B4-BE49-F238E27FC236}">
                  <a16:creationId xmlns:a16="http://schemas.microsoft.com/office/drawing/2014/main" id="{5E6F8656-969F-C2E5-ED75-F368B4DE5C75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>
              <a:extLst>
                <a:ext uri="{FF2B5EF4-FFF2-40B4-BE49-F238E27FC236}">
                  <a16:creationId xmlns:a16="http://schemas.microsoft.com/office/drawing/2014/main" id="{33C3BE54-FA4C-40EF-3869-93D21F35EB13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>
              <a:extLst>
                <a:ext uri="{FF2B5EF4-FFF2-40B4-BE49-F238E27FC236}">
                  <a16:creationId xmlns:a16="http://schemas.microsoft.com/office/drawing/2014/main" id="{125F3C0D-7034-C46B-C992-AA6BFF87EFBF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>
              <a:extLst>
                <a:ext uri="{FF2B5EF4-FFF2-40B4-BE49-F238E27FC236}">
                  <a16:creationId xmlns:a16="http://schemas.microsoft.com/office/drawing/2014/main" id="{5B69A010-7504-362F-218C-989B34298DC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>
              <a:extLst>
                <a:ext uri="{FF2B5EF4-FFF2-40B4-BE49-F238E27FC236}">
                  <a16:creationId xmlns:a16="http://schemas.microsoft.com/office/drawing/2014/main" id="{ECC75977-1D6D-7D8F-BDA3-ECC83D425BB5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>
              <a:extLst>
                <a:ext uri="{FF2B5EF4-FFF2-40B4-BE49-F238E27FC236}">
                  <a16:creationId xmlns:a16="http://schemas.microsoft.com/office/drawing/2014/main" id="{9976FC62-4C2B-F254-D7EB-1192731DAA80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>
              <a:extLst>
                <a:ext uri="{FF2B5EF4-FFF2-40B4-BE49-F238E27FC236}">
                  <a16:creationId xmlns:a16="http://schemas.microsoft.com/office/drawing/2014/main" id="{59070408-4D71-D675-C795-C017A4829BEF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>
              <a:extLst>
                <a:ext uri="{FF2B5EF4-FFF2-40B4-BE49-F238E27FC236}">
                  <a16:creationId xmlns:a16="http://schemas.microsoft.com/office/drawing/2014/main" id="{FB9F71FA-25FA-474B-F659-0A559E1DB2DA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>
              <a:extLst>
                <a:ext uri="{FF2B5EF4-FFF2-40B4-BE49-F238E27FC236}">
                  <a16:creationId xmlns:a16="http://schemas.microsoft.com/office/drawing/2014/main" id="{07F6B247-6658-82F4-2244-31A791E73254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>
              <a:extLst>
                <a:ext uri="{FF2B5EF4-FFF2-40B4-BE49-F238E27FC236}">
                  <a16:creationId xmlns:a16="http://schemas.microsoft.com/office/drawing/2014/main" id="{248FE671-EEEA-B40E-6598-62EA225FD1A8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19185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49"/>
          <p:cNvSpPr txBox="1">
            <a:spLocks noGrp="1"/>
          </p:cNvSpPr>
          <p:nvPr>
            <p:ph type="ctrTitle"/>
          </p:nvPr>
        </p:nvSpPr>
        <p:spPr>
          <a:xfrm>
            <a:off x="782849" y="1264217"/>
            <a:ext cx="4506953" cy="712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 !!</a:t>
            </a:r>
            <a:endParaRPr dirty="0"/>
          </a:p>
        </p:txBody>
      </p:sp>
      <p:sp>
        <p:nvSpPr>
          <p:cNvPr id="1690" name="Google Shape;1690;p49"/>
          <p:cNvSpPr txBox="1">
            <a:spLocks noGrp="1"/>
          </p:cNvSpPr>
          <p:nvPr>
            <p:ph type="subTitle" idx="1"/>
          </p:nvPr>
        </p:nvSpPr>
        <p:spPr>
          <a:xfrm>
            <a:off x="782850" y="2542667"/>
            <a:ext cx="3687900" cy="403011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/>
              <a:t>contáctame</a:t>
            </a:r>
            <a:endParaRPr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dev.victor.olivetto23@gmail.com</a:t>
            </a:r>
          </a:p>
        </p:txBody>
      </p:sp>
      <p:cxnSp>
        <p:nvCxnSpPr>
          <p:cNvPr id="1691" name="Google Shape;1691;p49"/>
          <p:cNvCxnSpPr/>
          <p:nvPr/>
        </p:nvCxnSpPr>
        <p:spPr>
          <a:xfrm rot="10800000">
            <a:off x="88500" y="2246229"/>
            <a:ext cx="8764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94" name="Google Shape;1694;p49"/>
          <p:cNvGrpSpPr/>
          <p:nvPr/>
        </p:nvGrpSpPr>
        <p:grpSpPr>
          <a:xfrm>
            <a:off x="6408222" y="1568756"/>
            <a:ext cx="346056" cy="345674"/>
            <a:chOff x="3303268" y="3817349"/>
            <a:chExt cx="346056" cy="345674"/>
          </a:xfrm>
        </p:grpSpPr>
        <p:sp>
          <p:nvSpPr>
            <p:cNvPr id="1695" name="Google Shape;1695;p49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9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9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9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952</Words>
  <Application>Microsoft Office PowerPoint</Application>
  <PresentationFormat>Presentación en pantalla (16:9)</PresentationFormat>
  <Paragraphs>130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Leelawadee UI</vt:lpstr>
      <vt:lpstr>Abadi</vt:lpstr>
      <vt:lpstr>Montserrat Medium</vt:lpstr>
      <vt:lpstr>Arial</vt:lpstr>
      <vt:lpstr>Montserrat</vt:lpstr>
      <vt:lpstr>IT Department Meeting by Slidesgo</vt:lpstr>
      <vt:lpstr>Primeros Pasos con OpenCV: Aplicación en Detección de Personas</vt:lpstr>
      <vt:lpstr>Objetivo de la presentación</vt:lpstr>
      <vt:lpstr>OpenCv</vt:lpstr>
      <vt:lpstr>01</vt:lpstr>
      <vt:lpstr>Estructura de la Biblioteca: </vt:lpstr>
      <vt:lpstr>Estructura de la Biblioteca: </vt:lpstr>
      <vt:lpstr>Estructura de la Biblioteca: </vt:lpstr>
      <vt:lpstr>Estructura de la Biblioteca: </vt:lpstr>
      <vt:lpstr>Configuración e Instalación:</vt:lpstr>
      <vt:lpstr>Entorno virtual</vt:lpstr>
      <vt:lpstr>Instalar OpenCV</vt:lpstr>
      <vt:lpstr>Funciones Básicas:</vt:lpstr>
      <vt:lpstr>02</vt:lpstr>
      <vt:lpstr>Filtros y Transformaciones: </vt:lpstr>
      <vt:lpstr>Detección de Características: </vt:lpstr>
      <vt:lpstr>Transformaciones Geométricas:</vt:lpstr>
      <vt:lpstr>03</vt:lpstr>
      <vt:lpstr>Captura de Video</vt:lpstr>
      <vt:lpstr>Detección de Movimiento</vt:lpstr>
      <vt:lpstr>Aplicaciones en Tiempo Real: </vt:lpstr>
      <vt:lpstr>Presentación de PowerPoint</vt:lpstr>
      <vt:lpstr>04</vt:lpstr>
      <vt:lpstr>Sistema de reconocimiento facial</vt:lpstr>
      <vt:lpstr>GRACIAS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manuel</cp:lastModifiedBy>
  <cp:revision>5</cp:revision>
  <dcterms:modified xsi:type="dcterms:W3CDTF">2024-11-14T18:26:31Z</dcterms:modified>
</cp:coreProperties>
</file>